
<file path=[Content_Types].xml><?xml version="1.0" encoding="utf-8"?>
<Types xmlns="http://schemas.openxmlformats.org/package/2006/content-types">
  <Default Extension="gif" ContentType="image/gif"/>
  <Default Extension="jpeg" ContentType="image/jpeg"/>
  <Default Extension="jpg" ContentType="image/jpeg"/>
  <Default Extension="org&amp;utm_campaign=index&amp;utm_content=original"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94" dt="2026-09-10T14:37:29.204"/>
    <p1510:client id="{6CA159C3-C63F-897A-6637-A8F71457DA4E}" v="1264" dt="2026-09-10T14:27:53.823"/>
    <p1510:client id="{B0BC7F82-8DBE-4129-8669-B8B51D7D2333}" v="21" dt="2026-09-10T22:41:17.1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705" autoAdjust="0"/>
    <p:restoredTop sz="94660"/>
  </p:normalViewPr>
  <p:slideViewPr>
    <p:cSldViewPr snapToGrid="0">
      <p:cViewPr varScale="1">
        <p:scale>
          <a:sx n="83" d="100"/>
          <a:sy n="83" d="100"/>
        </p:scale>
        <p:origin x="47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stin D'costa (510007085)" userId="bf50d47f-2a65-4210-a202-fd097d26b8be" providerId="ADAL" clId="{B3257EA4-B178-4B8D-B27B-6C17986095E0}"/>
    <pc:docChg chg="undo custSel delSld modSld">
      <pc:chgData name="Austin D'costa (510007085)" userId="bf50d47f-2a65-4210-a202-fd097d26b8be" providerId="ADAL" clId="{B3257EA4-B178-4B8D-B27B-6C17986095E0}" dt="2026-09-11T00:16:23.043" v="8290" actId="20577"/>
      <pc:docMkLst>
        <pc:docMk/>
      </pc:docMkLst>
      <pc:sldChg chg="addSp delSp modSp mod setBg">
        <pc:chgData name="Austin D'costa (510007085)" userId="bf50d47f-2a65-4210-a202-fd097d26b8be" providerId="ADAL" clId="{B3257EA4-B178-4B8D-B27B-6C17986095E0}" dt="2026-09-11T00:14:55.079" v="8286" actId="15"/>
        <pc:sldMkLst>
          <pc:docMk/>
          <pc:sldMk cId="2775875310" sldId="257"/>
        </pc:sldMkLst>
        <pc:spChg chg="mod ord">
          <ac:chgData name="Austin D'costa (510007085)" userId="bf50d47f-2a65-4210-a202-fd097d26b8be" providerId="ADAL" clId="{B3257EA4-B178-4B8D-B27B-6C17986095E0}" dt="2026-09-10T22:13:51.122" v="4450" actId="26606"/>
          <ac:spMkLst>
            <pc:docMk/>
            <pc:sldMk cId="2775875310" sldId="257"/>
            <ac:spMk id="2" creationId="{D8B5AC46-F063-9908-2314-6EF544A40049}"/>
          </ac:spMkLst>
        </pc:spChg>
        <pc:spChg chg="mod ord">
          <ac:chgData name="Austin D'costa (510007085)" userId="bf50d47f-2a65-4210-a202-fd097d26b8be" providerId="ADAL" clId="{B3257EA4-B178-4B8D-B27B-6C17986095E0}" dt="2026-09-11T00:14:55.079" v="8286" actId="15"/>
          <ac:spMkLst>
            <pc:docMk/>
            <pc:sldMk cId="2775875310" sldId="257"/>
            <ac:spMk id="3" creationId="{F343DAB1-BB3C-4AC0-5386-7C7FCF722539}"/>
          </ac:spMkLst>
        </pc:spChg>
        <pc:spChg chg="add del">
          <ac:chgData name="Austin D'costa (510007085)" userId="bf50d47f-2a65-4210-a202-fd097d26b8be" providerId="ADAL" clId="{B3257EA4-B178-4B8D-B27B-6C17986095E0}" dt="2026-09-10T22:13:51.056" v="4449" actId="26606"/>
          <ac:spMkLst>
            <pc:docMk/>
            <pc:sldMk cId="2775875310" sldId="257"/>
            <ac:spMk id="12" creationId="{615E9F7A-B64C-4192-8930-A05D1E23F324}"/>
          </ac:spMkLst>
        </pc:spChg>
        <pc:spChg chg="add del">
          <ac:chgData name="Austin D'costa (510007085)" userId="bf50d47f-2a65-4210-a202-fd097d26b8be" providerId="ADAL" clId="{B3257EA4-B178-4B8D-B27B-6C17986095E0}" dt="2026-09-10T22:13:51.056" v="4449" actId="26606"/>
          <ac:spMkLst>
            <pc:docMk/>
            <pc:sldMk cId="2775875310" sldId="257"/>
            <ac:spMk id="14" creationId="{793EB161-5CFE-4D7E-B34B-06C90F9B16B6}"/>
          </ac:spMkLst>
        </pc:spChg>
        <pc:spChg chg="add del">
          <ac:chgData name="Austin D'costa (510007085)" userId="bf50d47f-2a65-4210-a202-fd097d26b8be" providerId="ADAL" clId="{B3257EA4-B178-4B8D-B27B-6C17986095E0}" dt="2026-09-10T22:13:51.056" v="4449" actId="26606"/>
          <ac:spMkLst>
            <pc:docMk/>
            <pc:sldMk cId="2775875310" sldId="257"/>
            <ac:spMk id="16" creationId="{618147C2-BF02-44AA-81D8-FD7776FAB3C6}"/>
          </ac:spMkLst>
        </pc:spChg>
        <pc:spChg chg="add">
          <ac:chgData name="Austin D'costa (510007085)" userId="bf50d47f-2a65-4210-a202-fd097d26b8be" providerId="ADAL" clId="{B3257EA4-B178-4B8D-B27B-6C17986095E0}" dt="2026-09-10T22:13:51.122" v="4450" actId="26606"/>
          <ac:spMkLst>
            <pc:docMk/>
            <pc:sldMk cId="2775875310" sldId="257"/>
            <ac:spMk id="19" creationId="{913AE63C-D5B4-45D1-ACFC-648CFFCF9805}"/>
          </ac:spMkLst>
        </pc:spChg>
        <pc:spChg chg="add">
          <ac:chgData name="Austin D'costa (510007085)" userId="bf50d47f-2a65-4210-a202-fd097d26b8be" providerId="ADAL" clId="{B3257EA4-B178-4B8D-B27B-6C17986095E0}" dt="2026-09-10T22:13:51.122" v="4450" actId="26606"/>
          <ac:spMkLst>
            <pc:docMk/>
            <pc:sldMk cId="2775875310" sldId="257"/>
            <ac:spMk id="28" creationId="{34DE9D20-D6C2-4834-9EE9-EC583F3FE571}"/>
          </ac:spMkLst>
        </pc:spChg>
        <pc:grpChg chg="add">
          <ac:chgData name="Austin D'costa (510007085)" userId="bf50d47f-2a65-4210-a202-fd097d26b8be" providerId="ADAL" clId="{B3257EA4-B178-4B8D-B27B-6C17986095E0}" dt="2026-09-10T22:13:51.122" v="4450" actId="26606"/>
          <ac:grpSpMkLst>
            <pc:docMk/>
            <pc:sldMk cId="2775875310" sldId="257"/>
            <ac:grpSpMk id="20" creationId="{43F5E015-E085-4624-B431-B42414448684}"/>
          </ac:grpSpMkLst>
        </pc:grpChg>
        <pc:grpChg chg="add">
          <ac:chgData name="Austin D'costa (510007085)" userId="bf50d47f-2a65-4210-a202-fd097d26b8be" providerId="ADAL" clId="{B3257EA4-B178-4B8D-B27B-6C17986095E0}" dt="2026-09-10T22:13:51.122" v="4450" actId="26606"/>
          <ac:grpSpMkLst>
            <pc:docMk/>
            <pc:sldMk cId="2775875310" sldId="257"/>
            <ac:grpSpMk id="29" creationId="{18E6700D-1968-457A-86D6-0832EF451DDE}"/>
          </ac:grpSpMkLst>
        </pc:grpChg>
        <pc:picChg chg="add mod ord">
          <ac:chgData name="Austin D'costa (510007085)" userId="bf50d47f-2a65-4210-a202-fd097d26b8be" providerId="ADAL" clId="{B3257EA4-B178-4B8D-B27B-6C17986095E0}" dt="2026-09-10T22:13:51.122" v="4450" actId="26606"/>
          <ac:picMkLst>
            <pc:docMk/>
            <pc:sldMk cId="2775875310" sldId="257"/>
            <ac:picMk id="4" creationId="{82D4DC17-6FBB-3C4F-51F4-FC19CF2B62B2}"/>
          </ac:picMkLst>
        </pc:picChg>
        <pc:picChg chg="add mod">
          <ac:chgData name="Austin D'costa (510007085)" userId="bf50d47f-2a65-4210-a202-fd097d26b8be" providerId="ADAL" clId="{B3257EA4-B178-4B8D-B27B-6C17986095E0}" dt="2026-09-10T22:13:51.122" v="4450" actId="26606"/>
          <ac:picMkLst>
            <pc:docMk/>
            <pc:sldMk cId="2775875310" sldId="257"/>
            <ac:picMk id="5" creationId="{8E67D54B-6602-C3D6-9ADF-BE9DB5AA3A47}"/>
          </ac:picMkLst>
        </pc:picChg>
        <pc:picChg chg="add mod ord">
          <ac:chgData name="Austin D'costa (510007085)" userId="bf50d47f-2a65-4210-a202-fd097d26b8be" providerId="ADAL" clId="{B3257EA4-B178-4B8D-B27B-6C17986095E0}" dt="2026-09-10T22:13:51.122" v="4450" actId="26606"/>
          <ac:picMkLst>
            <pc:docMk/>
            <pc:sldMk cId="2775875310" sldId="257"/>
            <ac:picMk id="6" creationId="{13DD1088-C9CF-DDCA-E5BE-33E1895AAE77}"/>
          </ac:picMkLst>
        </pc:picChg>
        <pc:picChg chg="add mod ord">
          <ac:chgData name="Austin D'costa (510007085)" userId="bf50d47f-2a65-4210-a202-fd097d26b8be" providerId="ADAL" clId="{B3257EA4-B178-4B8D-B27B-6C17986095E0}" dt="2026-09-10T22:13:51.122" v="4450" actId="26606"/>
          <ac:picMkLst>
            <pc:docMk/>
            <pc:sldMk cId="2775875310" sldId="257"/>
            <ac:picMk id="7" creationId="{0AF258FA-1973-002B-1650-64E9A50250A9}"/>
          </ac:picMkLst>
        </pc:picChg>
      </pc:sldChg>
      <pc:sldChg chg="addSp modSp mod setBg setClrOvrMap">
        <pc:chgData name="Austin D'costa (510007085)" userId="bf50d47f-2a65-4210-a202-fd097d26b8be" providerId="ADAL" clId="{B3257EA4-B178-4B8D-B27B-6C17986095E0}" dt="2026-09-10T22:14:50.182" v="4459" actId="26606"/>
        <pc:sldMkLst>
          <pc:docMk/>
          <pc:sldMk cId="3119094436" sldId="258"/>
        </pc:sldMkLst>
        <pc:spChg chg="mod">
          <ac:chgData name="Austin D'costa (510007085)" userId="bf50d47f-2a65-4210-a202-fd097d26b8be" providerId="ADAL" clId="{B3257EA4-B178-4B8D-B27B-6C17986095E0}" dt="2026-09-10T22:14:50.182" v="4459" actId="26606"/>
          <ac:spMkLst>
            <pc:docMk/>
            <pc:sldMk cId="3119094436" sldId="258"/>
            <ac:spMk id="2" creationId="{3494B61C-7F17-4641-B8DC-54CCBB63CECC}"/>
          </ac:spMkLst>
        </pc:spChg>
        <pc:spChg chg="mod">
          <ac:chgData name="Austin D'costa (510007085)" userId="bf50d47f-2a65-4210-a202-fd097d26b8be" providerId="ADAL" clId="{B3257EA4-B178-4B8D-B27B-6C17986095E0}" dt="2026-09-10T22:14:50.182" v="4459" actId="26606"/>
          <ac:spMkLst>
            <pc:docMk/>
            <pc:sldMk cId="3119094436" sldId="258"/>
            <ac:spMk id="3" creationId="{84A72235-2B1C-4B07-8607-7C2C03D2BF8F}"/>
          </ac:spMkLst>
        </pc:spChg>
        <pc:spChg chg="add">
          <ac:chgData name="Austin D'costa (510007085)" userId="bf50d47f-2a65-4210-a202-fd097d26b8be" providerId="ADAL" clId="{B3257EA4-B178-4B8D-B27B-6C17986095E0}" dt="2026-09-10T22:14:50.182" v="4459" actId="26606"/>
          <ac:spMkLst>
            <pc:docMk/>
            <pc:sldMk cId="3119094436" sldId="258"/>
            <ac:spMk id="12" creationId="{FA511026-8542-4AC0-9F06-134A70850B60}"/>
          </ac:spMkLst>
        </pc:spChg>
        <pc:picChg chg="add mod">
          <ac:chgData name="Austin D'costa (510007085)" userId="bf50d47f-2a65-4210-a202-fd097d26b8be" providerId="ADAL" clId="{B3257EA4-B178-4B8D-B27B-6C17986095E0}" dt="2026-09-10T22:14:50.182" v="4459" actId="26606"/>
          <ac:picMkLst>
            <pc:docMk/>
            <pc:sldMk cId="3119094436" sldId="258"/>
            <ac:picMk id="4" creationId="{4AFCC9E3-41B3-AF77-1BC6-97E3F36E299F}"/>
          </ac:picMkLst>
        </pc:picChg>
        <pc:picChg chg="add mod">
          <ac:chgData name="Austin D'costa (510007085)" userId="bf50d47f-2a65-4210-a202-fd097d26b8be" providerId="ADAL" clId="{B3257EA4-B178-4B8D-B27B-6C17986095E0}" dt="2026-09-10T22:14:50.182" v="4459" actId="26606"/>
          <ac:picMkLst>
            <pc:docMk/>
            <pc:sldMk cId="3119094436" sldId="258"/>
            <ac:picMk id="5" creationId="{8B306354-7E7E-1426-10EE-B18D731A5DA7}"/>
          </ac:picMkLst>
        </pc:picChg>
        <pc:picChg chg="add mod ord">
          <ac:chgData name="Austin D'costa (510007085)" userId="bf50d47f-2a65-4210-a202-fd097d26b8be" providerId="ADAL" clId="{B3257EA4-B178-4B8D-B27B-6C17986095E0}" dt="2026-09-10T22:14:50.182" v="4459" actId="26606"/>
          <ac:picMkLst>
            <pc:docMk/>
            <pc:sldMk cId="3119094436" sldId="258"/>
            <ac:picMk id="6" creationId="{C8F744C8-1C0D-8C6C-4A23-64D9516172A3}"/>
          </ac:picMkLst>
        </pc:picChg>
        <pc:picChg chg="add mod">
          <ac:chgData name="Austin D'costa (510007085)" userId="bf50d47f-2a65-4210-a202-fd097d26b8be" providerId="ADAL" clId="{B3257EA4-B178-4B8D-B27B-6C17986095E0}" dt="2026-09-10T22:14:50.182" v="4459" actId="26606"/>
          <ac:picMkLst>
            <pc:docMk/>
            <pc:sldMk cId="3119094436" sldId="258"/>
            <ac:picMk id="7" creationId="{AC4DC342-C480-EE5A-7B54-C4545D8D0A6B}"/>
          </ac:picMkLst>
        </pc:picChg>
      </pc:sldChg>
      <pc:sldChg chg="addSp delSp modSp mod setBg">
        <pc:chgData name="Austin D'costa (510007085)" userId="bf50d47f-2a65-4210-a202-fd097d26b8be" providerId="ADAL" clId="{B3257EA4-B178-4B8D-B27B-6C17986095E0}" dt="2026-09-10T22:31:39.621" v="4521"/>
        <pc:sldMkLst>
          <pc:docMk/>
          <pc:sldMk cId="1624791819" sldId="259"/>
        </pc:sldMkLst>
        <pc:spChg chg="mod ord">
          <ac:chgData name="Austin D'costa (510007085)" userId="bf50d47f-2a65-4210-a202-fd097d26b8be" providerId="ADAL" clId="{B3257EA4-B178-4B8D-B27B-6C17986095E0}" dt="2026-09-10T22:16:55.883" v="4473" actId="26606"/>
          <ac:spMkLst>
            <pc:docMk/>
            <pc:sldMk cId="1624791819" sldId="259"/>
            <ac:spMk id="2" creationId="{DAE8C931-FA1A-AA78-80A5-F753475195D1}"/>
          </ac:spMkLst>
        </pc:spChg>
        <pc:spChg chg="mod ord">
          <ac:chgData name="Austin D'costa (510007085)" userId="bf50d47f-2a65-4210-a202-fd097d26b8be" providerId="ADAL" clId="{B3257EA4-B178-4B8D-B27B-6C17986095E0}" dt="2026-09-10T22:16:55.883" v="4473" actId="26606"/>
          <ac:spMkLst>
            <pc:docMk/>
            <pc:sldMk cId="1624791819" sldId="259"/>
            <ac:spMk id="3" creationId="{343F1BC8-A1D0-A58D-DF75-4A0353B40D64}"/>
          </ac:spMkLst>
        </pc:spChg>
        <pc:spChg chg="add del">
          <ac:chgData name="Austin D'costa (510007085)" userId="bf50d47f-2a65-4210-a202-fd097d26b8be" providerId="ADAL" clId="{B3257EA4-B178-4B8D-B27B-6C17986095E0}" dt="2026-09-10T22:16:55.879" v="4472" actId="26606"/>
          <ac:spMkLst>
            <pc:docMk/>
            <pc:sldMk cId="1624791819" sldId="259"/>
            <ac:spMk id="13" creationId="{A3C210E6-A35A-4F68-8D60-801A019C75B8}"/>
          </ac:spMkLst>
        </pc:spChg>
        <pc:spChg chg="add del">
          <ac:chgData name="Austin D'costa (510007085)" userId="bf50d47f-2a65-4210-a202-fd097d26b8be" providerId="ADAL" clId="{B3257EA4-B178-4B8D-B27B-6C17986095E0}" dt="2026-09-10T22:16:55.879" v="4472" actId="26606"/>
          <ac:spMkLst>
            <pc:docMk/>
            <pc:sldMk cId="1624791819" sldId="259"/>
            <ac:spMk id="15" creationId="{AC0D06B0-F19C-459E-B221-A34B506FB5E3}"/>
          </ac:spMkLst>
        </pc:spChg>
        <pc:spChg chg="add del">
          <ac:chgData name="Austin D'costa (510007085)" userId="bf50d47f-2a65-4210-a202-fd097d26b8be" providerId="ADAL" clId="{B3257EA4-B178-4B8D-B27B-6C17986095E0}" dt="2026-09-10T22:16:55.879" v="4472" actId="26606"/>
          <ac:spMkLst>
            <pc:docMk/>
            <pc:sldMk cId="1624791819" sldId="259"/>
            <ac:spMk id="17" creationId="{345B26DA-1C6B-4C66-81C9-9C1877FC2DB1}"/>
          </ac:spMkLst>
        </pc:spChg>
        <pc:spChg chg="add del">
          <ac:chgData name="Austin D'costa (510007085)" userId="bf50d47f-2a65-4210-a202-fd097d26b8be" providerId="ADAL" clId="{B3257EA4-B178-4B8D-B27B-6C17986095E0}" dt="2026-09-10T22:16:55.879" v="4472" actId="26606"/>
          <ac:spMkLst>
            <pc:docMk/>
            <pc:sldMk cId="1624791819" sldId="259"/>
            <ac:spMk id="19" creationId="{98DE6C44-43F8-4DE4-AB81-66853FFEA09A}"/>
          </ac:spMkLst>
        </pc:spChg>
        <pc:spChg chg="add del">
          <ac:chgData name="Austin D'costa (510007085)" userId="bf50d47f-2a65-4210-a202-fd097d26b8be" providerId="ADAL" clId="{B3257EA4-B178-4B8D-B27B-6C17986095E0}" dt="2026-09-10T22:16:55.879" v="4472" actId="26606"/>
          <ac:spMkLst>
            <pc:docMk/>
            <pc:sldMk cId="1624791819" sldId="259"/>
            <ac:spMk id="21" creationId="{2409529B-9B56-4F10-BE4D-F934DB89E57E}"/>
          </ac:spMkLst>
        </pc:spChg>
        <pc:spChg chg="add">
          <ac:chgData name="Austin D'costa (510007085)" userId="bf50d47f-2a65-4210-a202-fd097d26b8be" providerId="ADAL" clId="{B3257EA4-B178-4B8D-B27B-6C17986095E0}" dt="2026-09-10T22:16:55.883" v="4473" actId="26606"/>
          <ac:spMkLst>
            <pc:docMk/>
            <pc:sldMk cId="1624791819" sldId="259"/>
            <ac:spMk id="23" creationId="{E817EB35-4D5C-493B-8459-98C99FD1667F}"/>
          </ac:spMkLst>
        </pc:spChg>
        <pc:spChg chg="add">
          <ac:chgData name="Austin D'costa (510007085)" userId="bf50d47f-2a65-4210-a202-fd097d26b8be" providerId="ADAL" clId="{B3257EA4-B178-4B8D-B27B-6C17986095E0}" dt="2026-09-10T22:16:55.883" v="4473" actId="26606"/>
          <ac:spMkLst>
            <pc:docMk/>
            <pc:sldMk cId="1624791819" sldId="259"/>
            <ac:spMk id="24" creationId="{70BEB1E7-2F88-40BC-B73D-42E5B6F80BFC}"/>
          </ac:spMkLst>
        </pc:spChg>
        <pc:picChg chg="add mod">
          <ac:chgData name="Austin D'costa (510007085)" userId="bf50d47f-2a65-4210-a202-fd097d26b8be" providerId="ADAL" clId="{B3257EA4-B178-4B8D-B27B-6C17986095E0}" dt="2026-09-10T22:16:55.883" v="4473" actId="26606"/>
          <ac:picMkLst>
            <pc:docMk/>
            <pc:sldMk cId="1624791819" sldId="259"/>
            <ac:picMk id="4" creationId="{CBA7F520-46A1-45EF-9C0F-7650A013C79F}"/>
          </ac:picMkLst>
        </pc:picChg>
        <pc:picChg chg="add mod ord">
          <ac:chgData name="Austin D'costa (510007085)" userId="bf50d47f-2a65-4210-a202-fd097d26b8be" providerId="ADAL" clId="{B3257EA4-B178-4B8D-B27B-6C17986095E0}" dt="2026-09-10T22:16:55.883" v="4473" actId="26606"/>
          <ac:picMkLst>
            <pc:docMk/>
            <pc:sldMk cId="1624791819" sldId="259"/>
            <ac:picMk id="5" creationId="{248AFB96-AA8F-BB8A-A2C4-E4EF50F774DC}"/>
          </ac:picMkLst>
        </pc:picChg>
        <pc:picChg chg="add mod ord">
          <ac:chgData name="Austin D'costa (510007085)" userId="bf50d47f-2a65-4210-a202-fd097d26b8be" providerId="ADAL" clId="{B3257EA4-B178-4B8D-B27B-6C17986095E0}" dt="2026-09-10T22:16:55.883" v="4473" actId="26606"/>
          <ac:picMkLst>
            <pc:docMk/>
            <pc:sldMk cId="1624791819" sldId="259"/>
            <ac:picMk id="6" creationId="{EB2993C1-0200-CC62-E88A-2216E0E51E07}"/>
          </ac:picMkLst>
        </pc:picChg>
        <pc:picChg chg="add del">
          <ac:chgData name="Austin D'costa (510007085)" userId="bf50d47f-2a65-4210-a202-fd097d26b8be" providerId="ADAL" clId="{B3257EA4-B178-4B8D-B27B-6C17986095E0}" dt="2026-09-10T22:16:35.856" v="4468" actId="22"/>
          <ac:picMkLst>
            <pc:docMk/>
            <pc:sldMk cId="1624791819" sldId="259"/>
            <ac:picMk id="7" creationId="{467E7977-941B-213F-F09A-5DD33A147C1B}"/>
          </ac:picMkLst>
        </pc:picChg>
        <pc:picChg chg="add mod">
          <ac:chgData name="Austin D'costa (510007085)" userId="bf50d47f-2a65-4210-a202-fd097d26b8be" providerId="ADAL" clId="{B3257EA4-B178-4B8D-B27B-6C17986095E0}" dt="2026-09-10T22:16:55.883" v="4473" actId="26606"/>
          <ac:picMkLst>
            <pc:docMk/>
            <pc:sldMk cId="1624791819" sldId="259"/>
            <ac:picMk id="8" creationId="{7667CCBF-9236-2613-3AAB-95439666D674}"/>
          </ac:picMkLst>
        </pc:picChg>
      </pc:sldChg>
      <pc:sldChg chg="addSp delSp modSp mod setBg setClrOvrMap">
        <pc:chgData name="Austin D'costa (510007085)" userId="bf50d47f-2a65-4210-a202-fd097d26b8be" providerId="ADAL" clId="{B3257EA4-B178-4B8D-B27B-6C17986095E0}" dt="2026-09-10T22:19:31.886" v="4494" actId="26606"/>
        <pc:sldMkLst>
          <pc:docMk/>
          <pc:sldMk cId="279903095" sldId="260"/>
        </pc:sldMkLst>
        <pc:spChg chg="mod">
          <ac:chgData name="Austin D'costa (510007085)" userId="bf50d47f-2a65-4210-a202-fd097d26b8be" providerId="ADAL" clId="{B3257EA4-B178-4B8D-B27B-6C17986095E0}" dt="2026-09-10T22:19:31.886" v="4494" actId="26606"/>
          <ac:spMkLst>
            <pc:docMk/>
            <pc:sldMk cId="279903095" sldId="260"/>
            <ac:spMk id="2" creationId="{15888BAF-3C7A-603F-5115-5797F2CFF572}"/>
          </ac:spMkLst>
        </pc:spChg>
        <pc:spChg chg="add del mod">
          <ac:chgData name="Austin D'costa (510007085)" userId="bf50d47f-2a65-4210-a202-fd097d26b8be" providerId="ADAL" clId="{B3257EA4-B178-4B8D-B27B-6C17986095E0}" dt="2026-09-10T22:17:57.817" v="4481" actId="26606"/>
          <ac:spMkLst>
            <pc:docMk/>
            <pc:sldMk cId="279903095" sldId="260"/>
            <ac:spMk id="3" creationId="{7A3EAE25-93D1-B809-F40D-A659C3C56374}"/>
          </ac:spMkLst>
        </pc:spChg>
        <pc:spChg chg="add del">
          <ac:chgData name="Austin D'costa (510007085)" userId="bf50d47f-2a65-4210-a202-fd097d26b8be" providerId="ADAL" clId="{B3257EA4-B178-4B8D-B27B-6C17986095E0}" dt="2026-09-10T22:17:57.784" v="4480" actId="26606"/>
          <ac:spMkLst>
            <pc:docMk/>
            <pc:sldMk cId="279903095" sldId="260"/>
            <ac:spMk id="10" creationId="{D1D34770-47A8-402C-AF23-2B653F2D88C1}"/>
          </ac:spMkLst>
        </pc:spChg>
        <pc:spChg chg="add del">
          <ac:chgData name="Austin D'costa (510007085)" userId="bf50d47f-2a65-4210-a202-fd097d26b8be" providerId="ADAL" clId="{B3257EA4-B178-4B8D-B27B-6C17986095E0}" dt="2026-09-10T22:19:31.779" v="4493" actId="26606"/>
          <ac:spMkLst>
            <pc:docMk/>
            <pc:sldMk cId="279903095" sldId="260"/>
            <ac:spMk id="20" creationId="{0EFD753D-6A49-46DD-9E82-AA6E2C62B461}"/>
          </ac:spMkLst>
        </pc:spChg>
        <pc:spChg chg="add del">
          <ac:chgData name="Austin D'costa (510007085)" userId="bf50d47f-2a65-4210-a202-fd097d26b8be" providerId="ADAL" clId="{B3257EA4-B178-4B8D-B27B-6C17986095E0}" dt="2026-09-10T22:19:31.779" v="4493" actId="26606"/>
          <ac:spMkLst>
            <pc:docMk/>
            <pc:sldMk cId="279903095" sldId="260"/>
            <ac:spMk id="22" creationId="{138A5824-1F4A-4EE7-BC13-5BB48FC0809B}"/>
          </ac:spMkLst>
        </pc:spChg>
        <pc:spChg chg="add del">
          <ac:chgData name="Austin D'costa (510007085)" userId="bf50d47f-2a65-4210-a202-fd097d26b8be" providerId="ADAL" clId="{B3257EA4-B178-4B8D-B27B-6C17986095E0}" dt="2026-09-10T22:19:31.779" v="4493" actId="26606"/>
          <ac:spMkLst>
            <pc:docMk/>
            <pc:sldMk cId="279903095" sldId="260"/>
            <ac:spMk id="24" creationId="{0F8BFD3B-29FB-4A95-BB51-220F8A6C5746}"/>
          </ac:spMkLst>
        </pc:spChg>
        <pc:spChg chg="add">
          <ac:chgData name="Austin D'costa (510007085)" userId="bf50d47f-2a65-4210-a202-fd097d26b8be" providerId="ADAL" clId="{B3257EA4-B178-4B8D-B27B-6C17986095E0}" dt="2026-09-10T22:19:31.886" v="4494" actId="26606"/>
          <ac:spMkLst>
            <pc:docMk/>
            <pc:sldMk cId="279903095" sldId="260"/>
            <ac:spMk id="26" creationId="{0EFD753D-6A49-46DD-9E82-AA6E2C62B461}"/>
          </ac:spMkLst>
        </pc:spChg>
        <pc:spChg chg="add">
          <ac:chgData name="Austin D'costa (510007085)" userId="bf50d47f-2a65-4210-a202-fd097d26b8be" providerId="ADAL" clId="{B3257EA4-B178-4B8D-B27B-6C17986095E0}" dt="2026-09-10T22:19:31.886" v="4494" actId="26606"/>
          <ac:spMkLst>
            <pc:docMk/>
            <pc:sldMk cId="279903095" sldId="260"/>
            <ac:spMk id="27" creationId="{138A5824-1F4A-4EE7-BC13-5BB48FC0809B}"/>
          </ac:spMkLst>
        </pc:spChg>
        <pc:spChg chg="add">
          <ac:chgData name="Austin D'costa (510007085)" userId="bf50d47f-2a65-4210-a202-fd097d26b8be" providerId="ADAL" clId="{B3257EA4-B178-4B8D-B27B-6C17986095E0}" dt="2026-09-10T22:19:31.886" v="4494" actId="26606"/>
          <ac:spMkLst>
            <pc:docMk/>
            <pc:sldMk cId="279903095" sldId="260"/>
            <ac:spMk id="28" creationId="{0F8BFD3B-29FB-4A95-BB51-220F8A6C5746}"/>
          </ac:spMkLst>
        </pc:spChg>
        <pc:graphicFrameChg chg="add del">
          <ac:chgData name="Austin D'costa (510007085)" userId="bf50d47f-2a65-4210-a202-fd097d26b8be" providerId="ADAL" clId="{B3257EA4-B178-4B8D-B27B-6C17986095E0}" dt="2026-09-10T22:17:54.575" v="4478" actId="26606"/>
          <ac:graphicFrameMkLst>
            <pc:docMk/>
            <pc:sldMk cId="279903095" sldId="260"/>
            <ac:graphicFrameMk id="5" creationId="{C4413BD8-A595-D352-71D6-C97B610BF3C6}"/>
          </ac:graphicFrameMkLst>
        </pc:graphicFrameChg>
        <pc:graphicFrameChg chg="add del">
          <ac:chgData name="Austin D'costa (510007085)" userId="bf50d47f-2a65-4210-a202-fd097d26b8be" providerId="ADAL" clId="{B3257EA4-B178-4B8D-B27B-6C17986095E0}" dt="2026-09-10T22:17:57.784" v="4480" actId="26606"/>
          <ac:graphicFrameMkLst>
            <pc:docMk/>
            <pc:sldMk cId="279903095" sldId="260"/>
            <ac:graphicFrameMk id="7" creationId="{F17AF6CB-6B39-F453-506C-7878583027A5}"/>
          </ac:graphicFrameMkLst>
        </pc:graphicFrameChg>
        <pc:graphicFrameChg chg="add">
          <ac:chgData name="Austin D'costa (510007085)" userId="bf50d47f-2a65-4210-a202-fd097d26b8be" providerId="ADAL" clId="{B3257EA4-B178-4B8D-B27B-6C17986095E0}" dt="2026-09-10T22:17:57.817" v="4481" actId="26606"/>
          <ac:graphicFrameMkLst>
            <pc:docMk/>
            <pc:sldMk cId="279903095" sldId="260"/>
            <ac:graphicFrameMk id="13" creationId="{7CEC0471-518E-9F22-5C75-0B13D356117E}"/>
          </ac:graphicFrameMkLst>
        </pc:graphicFrameChg>
        <pc:picChg chg="add del">
          <ac:chgData name="Austin D'costa (510007085)" userId="bf50d47f-2a65-4210-a202-fd097d26b8be" providerId="ADAL" clId="{B3257EA4-B178-4B8D-B27B-6C17986095E0}" dt="2026-09-10T22:17:44.647" v="4476" actId="22"/>
          <ac:picMkLst>
            <pc:docMk/>
            <pc:sldMk cId="279903095" sldId="260"/>
            <ac:picMk id="4" creationId="{F6DF5DED-A136-60F5-0621-97FDDAB395B3}"/>
          </ac:picMkLst>
        </pc:picChg>
        <pc:picChg chg="add del">
          <ac:chgData name="Austin D'costa (510007085)" userId="bf50d47f-2a65-4210-a202-fd097d26b8be" providerId="ADAL" clId="{B3257EA4-B178-4B8D-B27B-6C17986095E0}" dt="2026-09-10T22:17:57.784" v="4480" actId="26606"/>
          <ac:picMkLst>
            <pc:docMk/>
            <pc:sldMk cId="279903095" sldId="260"/>
            <ac:picMk id="6" creationId="{84FC6844-1EF2-9E38-32B4-6847F452D539}"/>
          </ac:picMkLst>
        </pc:picChg>
        <pc:picChg chg="add mod ord">
          <ac:chgData name="Austin D'costa (510007085)" userId="bf50d47f-2a65-4210-a202-fd097d26b8be" providerId="ADAL" clId="{B3257EA4-B178-4B8D-B27B-6C17986095E0}" dt="2026-09-10T22:19:31.886" v="4494" actId="26606"/>
          <ac:picMkLst>
            <pc:docMk/>
            <pc:sldMk cId="279903095" sldId="260"/>
            <ac:picMk id="8" creationId="{A1085688-4906-CF30-8CDE-0BB557E111B1}"/>
          </ac:picMkLst>
        </pc:picChg>
        <pc:picChg chg="add mod ord">
          <ac:chgData name="Austin D'costa (510007085)" userId="bf50d47f-2a65-4210-a202-fd097d26b8be" providerId="ADAL" clId="{B3257EA4-B178-4B8D-B27B-6C17986095E0}" dt="2026-09-10T22:19:31.886" v="4494" actId="26606"/>
          <ac:picMkLst>
            <pc:docMk/>
            <pc:sldMk cId="279903095" sldId="260"/>
            <ac:picMk id="9" creationId="{010E922E-8AE2-CAEA-CB4E-66C330BDD7EF}"/>
          </ac:picMkLst>
        </pc:picChg>
        <pc:picChg chg="add mod">
          <ac:chgData name="Austin D'costa (510007085)" userId="bf50d47f-2a65-4210-a202-fd097d26b8be" providerId="ADAL" clId="{B3257EA4-B178-4B8D-B27B-6C17986095E0}" dt="2026-09-10T22:19:31.886" v="4494" actId="26606"/>
          <ac:picMkLst>
            <pc:docMk/>
            <pc:sldMk cId="279903095" sldId="260"/>
            <ac:picMk id="11" creationId="{F47D8B5B-9E61-34E0-6515-7075044AD55F}"/>
          </ac:picMkLst>
        </pc:picChg>
        <pc:picChg chg="add mod ord">
          <ac:chgData name="Austin D'costa (510007085)" userId="bf50d47f-2a65-4210-a202-fd097d26b8be" providerId="ADAL" clId="{B3257EA4-B178-4B8D-B27B-6C17986095E0}" dt="2026-09-10T22:19:31.886" v="4494" actId="26606"/>
          <ac:picMkLst>
            <pc:docMk/>
            <pc:sldMk cId="279903095" sldId="260"/>
            <ac:picMk id="12" creationId="{B4E63067-604D-CE36-A2D4-06F8B06F8FA9}"/>
          </ac:picMkLst>
        </pc:picChg>
        <pc:picChg chg="add mod ord">
          <ac:chgData name="Austin D'costa (510007085)" userId="bf50d47f-2a65-4210-a202-fd097d26b8be" providerId="ADAL" clId="{B3257EA4-B178-4B8D-B27B-6C17986095E0}" dt="2026-09-10T22:19:31.886" v="4494" actId="26606"/>
          <ac:picMkLst>
            <pc:docMk/>
            <pc:sldMk cId="279903095" sldId="260"/>
            <ac:picMk id="14" creationId="{9CCCF4FF-246A-DB4B-8363-E7408F08E65A}"/>
          </ac:picMkLst>
        </pc:picChg>
        <pc:picChg chg="add mod ord">
          <ac:chgData name="Austin D'costa (510007085)" userId="bf50d47f-2a65-4210-a202-fd097d26b8be" providerId="ADAL" clId="{B3257EA4-B178-4B8D-B27B-6C17986095E0}" dt="2026-09-10T22:19:31.886" v="4494" actId="26606"/>
          <ac:picMkLst>
            <pc:docMk/>
            <pc:sldMk cId="279903095" sldId="260"/>
            <ac:picMk id="15" creationId="{FE3B0602-1CB7-60AD-AABC-473A51CC51EF}"/>
          </ac:picMkLst>
        </pc:picChg>
      </pc:sldChg>
      <pc:sldChg chg="addSp delSp modSp mod setBg">
        <pc:chgData name="Austin D'costa (510007085)" userId="bf50d47f-2a65-4210-a202-fd097d26b8be" providerId="ADAL" clId="{B3257EA4-B178-4B8D-B27B-6C17986095E0}" dt="2026-09-10T22:31:46.373" v="4522"/>
        <pc:sldMkLst>
          <pc:docMk/>
          <pc:sldMk cId="2332734347" sldId="261"/>
        </pc:sldMkLst>
        <pc:spChg chg="mod">
          <ac:chgData name="Austin D'costa (510007085)" userId="bf50d47f-2a65-4210-a202-fd097d26b8be" providerId="ADAL" clId="{B3257EA4-B178-4B8D-B27B-6C17986095E0}" dt="2026-09-10T22:28:24.345" v="4511" actId="2711"/>
          <ac:spMkLst>
            <pc:docMk/>
            <pc:sldMk cId="2332734347" sldId="261"/>
            <ac:spMk id="2" creationId="{DFD82783-054A-BE2D-CE83-AA154E2A0D1E}"/>
          </ac:spMkLst>
        </pc:spChg>
        <pc:spChg chg="mod">
          <ac:chgData name="Austin D'costa (510007085)" userId="bf50d47f-2a65-4210-a202-fd097d26b8be" providerId="ADAL" clId="{B3257EA4-B178-4B8D-B27B-6C17986095E0}" dt="2026-09-10T22:28:34.519" v="4513" actId="27636"/>
          <ac:spMkLst>
            <pc:docMk/>
            <pc:sldMk cId="2332734347" sldId="261"/>
            <ac:spMk id="3" creationId="{136896E0-4D52-C4EC-1E5D-316B5464992E}"/>
          </ac:spMkLst>
        </pc:spChg>
        <pc:spChg chg="add del mod">
          <ac:chgData name="Austin D'costa (510007085)" userId="bf50d47f-2a65-4210-a202-fd097d26b8be" providerId="ADAL" clId="{B3257EA4-B178-4B8D-B27B-6C17986095E0}" dt="2026-09-10T22:29:22.815" v="4516"/>
          <ac:spMkLst>
            <pc:docMk/>
            <pc:sldMk cId="2332734347" sldId="261"/>
            <ac:spMk id="8" creationId="{379BE482-D0C2-7241-1365-B6152239F832}"/>
          </ac:spMkLst>
        </pc:spChg>
        <pc:spChg chg="add del mod">
          <ac:chgData name="Austin D'costa (510007085)" userId="bf50d47f-2a65-4210-a202-fd097d26b8be" providerId="ADAL" clId="{B3257EA4-B178-4B8D-B27B-6C17986095E0}" dt="2026-09-10T22:29:32.802" v="4519"/>
          <ac:spMkLst>
            <pc:docMk/>
            <pc:sldMk cId="2332734347" sldId="261"/>
            <ac:spMk id="9" creationId="{9DFD551A-4C9A-1598-2AE4-A64C84003193}"/>
          </ac:spMkLst>
        </pc:spChg>
        <pc:spChg chg="add">
          <ac:chgData name="Austin D'costa (510007085)" userId="bf50d47f-2a65-4210-a202-fd097d26b8be" providerId="ADAL" clId="{B3257EA4-B178-4B8D-B27B-6C17986095E0}" dt="2026-09-10T22:20:32.954" v="4503" actId="26606"/>
          <ac:spMkLst>
            <pc:docMk/>
            <pc:sldMk cId="2332734347" sldId="261"/>
            <ac:spMk id="12" creationId="{94BFCCA4-109C-4B21-816E-144FE75C38EE}"/>
          </ac:spMkLst>
        </pc:spChg>
        <pc:spChg chg="add">
          <ac:chgData name="Austin D'costa (510007085)" userId="bf50d47f-2a65-4210-a202-fd097d26b8be" providerId="ADAL" clId="{B3257EA4-B178-4B8D-B27B-6C17986095E0}" dt="2026-09-10T22:20:32.954" v="4503" actId="26606"/>
          <ac:spMkLst>
            <pc:docMk/>
            <pc:sldMk cId="2332734347" sldId="261"/>
            <ac:spMk id="14" creationId="{0059B5C0-FEC8-4370-AF45-02E3AEF6FA6D}"/>
          </ac:spMkLst>
        </pc:spChg>
        <pc:picChg chg="add mod">
          <ac:chgData name="Austin D'costa (510007085)" userId="bf50d47f-2a65-4210-a202-fd097d26b8be" providerId="ADAL" clId="{B3257EA4-B178-4B8D-B27B-6C17986095E0}" dt="2026-09-10T22:20:32.954" v="4503" actId="26606"/>
          <ac:picMkLst>
            <pc:docMk/>
            <pc:sldMk cId="2332734347" sldId="261"/>
            <ac:picMk id="4" creationId="{CB1A9397-77D5-93CE-36E5-CEE70C074B0C}"/>
          </ac:picMkLst>
        </pc:picChg>
        <pc:picChg chg="add mod">
          <ac:chgData name="Austin D'costa (510007085)" userId="bf50d47f-2a65-4210-a202-fd097d26b8be" providerId="ADAL" clId="{B3257EA4-B178-4B8D-B27B-6C17986095E0}" dt="2026-09-10T22:20:32.954" v="4503" actId="26606"/>
          <ac:picMkLst>
            <pc:docMk/>
            <pc:sldMk cId="2332734347" sldId="261"/>
            <ac:picMk id="5" creationId="{30F65DF4-63AB-E7BE-D1DE-CE6C0107E7D0}"/>
          </ac:picMkLst>
        </pc:picChg>
        <pc:picChg chg="add mod">
          <ac:chgData name="Austin D'costa (510007085)" userId="bf50d47f-2a65-4210-a202-fd097d26b8be" providerId="ADAL" clId="{B3257EA4-B178-4B8D-B27B-6C17986095E0}" dt="2026-09-10T22:20:32.954" v="4503" actId="26606"/>
          <ac:picMkLst>
            <pc:docMk/>
            <pc:sldMk cId="2332734347" sldId="261"/>
            <ac:picMk id="6" creationId="{E6E17DC5-27CB-6983-1717-47D3EA826EA1}"/>
          </ac:picMkLst>
        </pc:picChg>
        <pc:picChg chg="add mod ord">
          <ac:chgData name="Austin D'costa (510007085)" userId="bf50d47f-2a65-4210-a202-fd097d26b8be" providerId="ADAL" clId="{B3257EA4-B178-4B8D-B27B-6C17986095E0}" dt="2026-09-10T22:20:32.954" v="4503" actId="26606"/>
          <ac:picMkLst>
            <pc:docMk/>
            <pc:sldMk cId="2332734347" sldId="261"/>
            <ac:picMk id="7" creationId="{892AC921-676C-FD8D-9609-779084ECB840}"/>
          </ac:picMkLst>
        </pc:picChg>
      </pc:sldChg>
      <pc:sldChg chg="addSp modSp mod setBg">
        <pc:chgData name="Austin D'costa (510007085)" userId="bf50d47f-2a65-4210-a202-fd097d26b8be" providerId="ADAL" clId="{B3257EA4-B178-4B8D-B27B-6C17986095E0}" dt="2026-09-10T22:33:58.364" v="4529" actId="2711"/>
        <pc:sldMkLst>
          <pc:docMk/>
          <pc:sldMk cId="2907987838" sldId="262"/>
        </pc:sldMkLst>
        <pc:spChg chg="mod">
          <ac:chgData name="Austin D'costa (510007085)" userId="bf50d47f-2a65-4210-a202-fd097d26b8be" providerId="ADAL" clId="{B3257EA4-B178-4B8D-B27B-6C17986095E0}" dt="2026-09-10T22:33:58.364" v="4529" actId="2711"/>
          <ac:spMkLst>
            <pc:docMk/>
            <pc:sldMk cId="2907987838" sldId="262"/>
            <ac:spMk id="2" creationId="{994ADA44-C68B-322B-70E0-AB473CAB0C42}"/>
          </ac:spMkLst>
        </pc:spChg>
        <pc:spChg chg="mod">
          <ac:chgData name="Austin D'costa (510007085)" userId="bf50d47f-2a65-4210-a202-fd097d26b8be" providerId="ADAL" clId="{B3257EA4-B178-4B8D-B27B-6C17986095E0}" dt="2026-09-10T22:26:49.684" v="4510" actId="26606"/>
          <ac:spMkLst>
            <pc:docMk/>
            <pc:sldMk cId="2907987838" sldId="262"/>
            <ac:spMk id="3" creationId="{03846013-EDAC-C740-7BE8-FE7A23367768}"/>
          </ac:spMkLst>
        </pc:spChg>
        <pc:picChg chg="add mod ord">
          <ac:chgData name="Austin D'costa (510007085)" userId="bf50d47f-2a65-4210-a202-fd097d26b8be" providerId="ADAL" clId="{B3257EA4-B178-4B8D-B27B-6C17986095E0}" dt="2026-09-10T22:26:49.684" v="4510" actId="26606"/>
          <ac:picMkLst>
            <pc:docMk/>
            <pc:sldMk cId="2907987838" sldId="262"/>
            <ac:picMk id="4" creationId="{2FF38973-6C0D-0980-9B9F-66C25FDE755E}"/>
          </ac:picMkLst>
        </pc:picChg>
        <pc:picChg chg="add mod ord">
          <ac:chgData name="Austin D'costa (510007085)" userId="bf50d47f-2a65-4210-a202-fd097d26b8be" providerId="ADAL" clId="{B3257EA4-B178-4B8D-B27B-6C17986095E0}" dt="2026-09-10T22:26:49.684" v="4510" actId="26606"/>
          <ac:picMkLst>
            <pc:docMk/>
            <pc:sldMk cId="2907987838" sldId="262"/>
            <ac:picMk id="5" creationId="{99114D0C-ADB7-2E05-35E0-7F57138A29A9}"/>
          </ac:picMkLst>
        </pc:picChg>
        <pc:picChg chg="add mod">
          <ac:chgData name="Austin D'costa (510007085)" userId="bf50d47f-2a65-4210-a202-fd097d26b8be" providerId="ADAL" clId="{B3257EA4-B178-4B8D-B27B-6C17986095E0}" dt="2026-09-10T22:26:49.684" v="4510" actId="26606"/>
          <ac:picMkLst>
            <pc:docMk/>
            <pc:sldMk cId="2907987838" sldId="262"/>
            <ac:picMk id="6" creationId="{E2866EFD-F416-9950-EA3F-F8BDDA705A6A}"/>
          </ac:picMkLst>
        </pc:picChg>
        <pc:cxnChg chg="add">
          <ac:chgData name="Austin D'costa (510007085)" userId="bf50d47f-2a65-4210-a202-fd097d26b8be" providerId="ADAL" clId="{B3257EA4-B178-4B8D-B27B-6C17986095E0}" dt="2026-09-10T22:26:49.684" v="4510" actId="26606"/>
          <ac:cxnSpMkLst>
            <pc:docMk/>
            <pc:sldMk cId="2907987838" sldId="262"/>
            <ac:cxnSpMk id="11" creationId="{1503BFE4-729B-D9D0-C17B-501E6AF1127A}"/>
          </ac:cxnSpMkLst>
        </pc:cxnChg>
      </pc:sldChg>
      <pc:sldChg chg="addSp modSp mod setBg">
        <pc:chgData name="Austin D'costa (510007085)" userId="bf50d47f-2a65-4210-a202-fd097d26b8be" providerId="ADAL" clId="{B3257EA4-B178-4B8D-B27B-6C17986095E0}" dt="2026-09-11T00:16:23.043" v="8290" actId="20577"/>
        <pc:sldMkLst>
          <pc:docMk/>
          <pc:sldMk cId="1164961391" sldId="263"/>
        </pc:sldMkLst>
        <pc:spChg chg="mod ord">
          <ac:chgData name="Austin D'costa (510007085)" userId="bf50d47f-2a65-4210-a202-fd097d26b8be" providerId="ADAL" clId="{B3257EA4-B178-4B8D-B27B-6C17986095E0}" dt="2026-09-10T22:33:32.103" v="4528" actId="26606"/>
          <ac:spMkLst>
            <pc:docMk/>
            <pc:sldMk cId="1164961391" sldId="263"/>
            <ac:spMk id="2" creationId="{EC2E4CBB-DBE1-9D3C-6129-A7BBCD4A6195}"/>
          </ac:spMkLst>
        </pc:spChg>
        <pc:spChg chg="mod ord">
          <ac:chgData name="Austin D'costa (510007085)" userId="bf50d47f-2a65-4210-a202-fd097d26b8be" providerId="ADAL" clId="{B3257EA4-B178-4B8D-B27B-6C17986095E0}" dt="2026-09-11T00:16:23.043" v="8290" actId="20577"/>
          <ac:spMkLst>
            <pc:docMk/>
            <pc:sldMk cId="1164961391" sldId="263"/>
            <ac:spMk id="3" creationId="{A8393614-931E-5659-D277-B86A9E536556}"/>
          </ac:spMkLst>
        </pc:spChg>
        <pc:spChg chg="add">
          <ac:chgData name="Austin D'costa (510007085)" userId="bf50d47f-2a65-4210-a202-fd097d26b8be" providerId="ADAL" clId="{B3257EA4-B178-4B8D-B27B-6C17986095E0}" dt="2026-09-10T22:33:32.103" v="4528" actId="26606"/>
          <ac:spMkLst>
            <pc:docMk/>
            <pc:sldMk cId="1164961391" sldId="263"/>
            <ac:spMk id="13" creationId="{0D7B6173-1D58-48E2-83CF-37350F315F75}"/>
          </ac:spMkLst>
        </pc:spChg>
        <pc:spChg chg="add">
          <ac:chgData name="Austin D'costa (510007085)" userId="bf50d47f-2a65-4210-a202-fd097d26b8be" providerId="ADAL" clId="{B3257EA4-B178-4B8D-B27B-6C17986095E0}" dt="2026-09-10T22:33:32.103" v="4528" actId="26606"/>
          <ac:spMkLst>
            <pc:docMk/>
            <pc:sldMk cId="1164961391" sldId="263"/>
            <ac:spMk id="15" creationId="{2F36CA75-CFBF-4844-B719-8FE9EBADA9AF}"/>
          </ac:spMkLst>
        </pc:spChg>
        <pc:spChg chg="add">
          <ac:chgData name="Austin D'costa (510007085)" userId="bf50d47f-2a65-4210-a202-fd097d26b8be" providerId="ADAL" clId="{B3257EA4-B178-4B8D-B27B-6C17986095E0}" dt="2026-09-10T22:33:32.103" v="4528" actId="26606"/>
          <ac:spMkLst>
            <pc:docMk/>
            <pc:sldMk cId="1164961391" sldId="263"/>
            <ac:spMk id="17" creationId="{3D4A84B9-E564-4DD0-97F8-DBF1C460C28A}"/>
          </ac:spMkLst>
        </pc:spChg>
        <pc:spChg chg="add">
          <ac:chgData name="Austin D'costa (510007085)" userId="bf50d47f-2a65-4210-a202-fd097d26b8be" providerId="ADAL" clId="{B3257EA4-B178-4B8D-B27B-6C17986095E0}" dt="2026-09-10T22:33:32.103" v="4528" actId="26606"/>
          <ac:spMkLst>
            <pc:docMk/>
            <pc:sldMk cId="1164961391" sldId="263"/>
            <ac:spMk id="21" creationId="{102382E0-0A09-46AE-B955-B911CAFE7F00}"/>
          </ac:spMkLst>
        </pc:spChg>
        <pc:spChg chg="add">
          <ac:chgData name="Austin D'costa (510007085)" userId="bf50d47f-2a65-4210-a202-fd097d26b8be" providerId="ADAL" clId="{B3257EA4-B178-4B8D-B27B-6C17986095E0}" dt="2026-09-10T22:33:32.103" v="4528" actId="26606"/>
          <ac:spMkLst>
            <pc:docMk/>
            <pc:sldMk cId="1164961391" sldId="263"/>
            <ac:spMk id="23" creationId="{7DE75D4A-0965-4973-BE75-DECCAC9A9614}"/>
          </ac:spMkLst>
        </pc:spChg>
        <pc:picChg chg="add mod ord">
          <ac:chgData name="Austin D'costa (510007085)" userId="bf50d47f-2a65-4210-a202-fd097d26b8be" providerId="ADAL" clId="{B3257EA4-B178-4B8D-B27B-6C17986095E0}" dt="2026-09-10T22:33:32.103" v="4528" actId="26606"/>
          <ac:picMkLst>
            <pc:docMk/>
            <pc:sldMk cId="1164961391" sldId="263"/>
            <ac:picMk id="4" creationId="{EF6429C5-79E6-281A-2D95-7875D2AC24EB}"/>
          </ac:picMkLst>
        </pc:picChg>
        <pc:picChg chg="add mod">
          <ac:chgData name="Austin D'costa (510007085)" userId="bf50d47f-2a65-4210-a202-fd097d26b8be" providerId="ADAL" clId="{B3257EA4-B178-4B8D-B27B-6C17986095E0}" dt="2026-09-10T22:33:32.103" v="4528" actId="26606"/>
          <ac:picMkLst>
            <pc:docMk/>
            <pc:sldMk cId="1164961391" sldId="263"/>
            <ac:picMk id="5" creationId="{F9C2E5D7-24EF-C732-6A88-F02A3681E219}"/>
          </ac:picMkLst>
        </pc:picChg>
        <pc:picChg chg="add">
          <ac:chgData name="Austin D'costa (510007085)" userId="bf50d47f-2a65-4210-a202-fd097d26b8be" providerId="ADAL" clId="{B3257EA4-B178-4B8D-B27B-6C17986095E0}" dt="2026-09-10T22:33:11.869" v="4526" actId="22"/>
          <ac:picMkLst>
            <pc:docMk/>
            <pc:sldMk cId="1164961391" sldId="263"/>
            <ac:picMk id="7" creationId="{67ED3317-0368-37D5-D9BD-423510280452}"/>
          </ac:picMkLst>
        </pc:picChg>
        <pc:picChg chg="add mod">
          <ac:chgData name="Austin D'costa (510007085)" userId="bf50d47f-2a65-4210-a202-fd097d26b8be" providerId="ADAL" clId="{B3257EA4-B178-4B8D-B27B-6C17986095E0}" dt="2026-09-10T22:33:32.103" v="4528" actId="26606"/>
          <ac:picMkLst>
            <pc:docMk/>
            <pc:sldMk cId="1164961391" sldId="263"/>
            <ac:picMk id="8" creationId="{06F5C742-3000-3248-74B0-FEBA07834458}"/>
          </ac:picMkLst>
        </pc:picChg>
      </pc:sldChg>
      <pc:sldChg chg="addSp modSp mod setBg">
        <pc:chgData name="Austin D'costa (510007085)" userId="bf50d47f-2a65-4210-a202-fd097d26b8be" providerId="ADAL" clId="{B3257EA4-B178-4B8D-B27B-6C17986095E0}" dt="2026-09-10T22:37:18.325" v="4542" actId="26606"/>
        <pc:sldMkLst>
          <pc:docMk/>
          <pc:sldMk cId="2305934860" sldId="264"/>
        </pc:sldMkLst>
        <pc:spChg chg="mod">
          <ac:chgData name="Austin D'costa (510007085)" userId="bf50d47f-2a65-4210-a202-fd097d26b8be" providerId="ADAL" clId="{B3257EA4-B178-4B8D-B27B-6C17986095E0}" dt="2026-09-10T22:37:18.325" v="4542" actId="26606"/>
          <ac:spMkLst>
            <pc:docMk/>
            <pc:sldMk cId="2305934860" sldId="264"/>
            <ac:spMk id="2" creationId="{71405213-3827-1162-46A9-9055CA516A6C}"/>
          </ac:spMkLst>
        </pc:spChg>
        <pc:spChg chg="mod">
          <ac:chgData name="Austin D'costa (510007085)" userId="bf50d47f-2a65-4210-a202-fd097d26b8be" providerId="ADAL" clId="{B3257EA4-B178-4B8D-B27B-6C17986095E0}" dt="2026-09-10T22:37:18.325" v="4542" actId="26606"/>
          <ac:spMkLst>
            <pc:docMk/>
            <pc:sldMk cId="2305934860" sldId="264"/>
            <ac:spMk id="3" creationId="{977CBA10-003A-7CF1-D05E-A3B91EB89222}"/>
          </ac:spMkLst>
        </pc:spChg>
        <pc:spChg chg="add">
          <ac:chgData name="Austin D'costa (510007085)" userId="bf50d47f-2a65-4210-a202-fd097d26b8be" providerId="ADAL" clId="{B3257EA4-B178-4B8D-B27B-6C17986095E0}" dt="2026-09-10T22:37:18.325" v="4542" actId="26606"/>
          <ac:spMkLst>
            <pc:docMk/>
            <pc:sldMk cId="2305934860" sldId="264"/>
            <ac:spMk id="13" creationId="{0D7B6173-1D58-48E2-83CF-37350F315F75}"/>
          </ac:spMkLst>
        </pc:spChg>
        <pc:spChg chg="add">
          <ac:chgData name="Austin D'costa (510007085)" userId="bf50d47f-2a65-4210-a202-fd097d26b8be" providerId="ADAL" clId="{B3257EA4-B178-4B8D-B27B-6C17986095E0}" dt="2026-09-10T22:37:18.325" v="4542" actId="26606"/>
          <ac:spMkLst>
            <pc:docMk/>
            <pc:sldMk cId="2305934860" sldId="264"/>
            <ac:spMk id="15" creationId="{8B068B58-6F94-4AFF-A8A7-18573884D6CD}"/>
          </ac:spMkLst>
        </pc:spChg>
        <pc:spChg chg="add">
          <ac:chgData name="Austin D'costa (510007085)" userId="bf50d47f-2a65-4210-a202-fd097d26b8be" providerId="ADAL" clId="{B3257EA4-B178-4B8D-B27B-6C17986095E0}" dt="2026-09-10T22:37:18.325" v="4542" actId="26606"/>
          <ac:spMkLst>
            <pc:docMk/>
            <pc:sldMk cId="2305934860" sldId="264"/>
            <ac:spMk id="19" creationId="{21BDEC81-16A7-4451-B893-C15000083B77}"/>
          </ac:spMkLst>
        </pc:spChg>
        <pc:spChg chg="add">
          <ac:chgData name="Austin D'costa (510007085)" userId="bf50d47f-2a65-4210-a202-fd097d26b8be" providerId="ADAL" clId="{B3257EA4-B178-4B8D-B27B-6C17986095E0}" dt="2026-09-10T22:37:18.325" v="4542" actId="26606"/>
          <ac:spMkLst>
            <pc:docMk/>
            <pc:sldMk cId="2305934860" sldId="264"/>
            <ac:spMk id="21" creationId="{BE5B028C-7535-45E5-9D2C-32C50D0E0E43}"/>
          </ac:spMkLst>
        </pc:spChg>
        <pc:picChg chg="add mod ord">
          <ac:chgData name="Austin D'costa (510007085)" userId="bf50d47f-2a65-4210-a202-fd097d26b8be" providerId="ADAL" clId="{B3257EA4-B178-4B8D-B27B-6C17986095E0}" dt="2026-09-10T22:37:18.325" v="4542" actId="26606"/>
          <ac:picMkLst>
            <pc:docMk/>
            <pc:sldMk cId="2305934860" sldId="264"/>
            <ac:picMk id="5" creationId="{89BE5A6C-CF02-CA43-89B2-5B76F22C7BAD}"/>
          </ac:picMkLst>
        </pc:picChg>
        <pc:picChg chg="add">
          <ac:chgData name="Austin D'costa (510007085)" userId="bf50d47f-2a65-4210-a202-fd097d26b8be" providerId="ADAL" clId="{B3257EA4-B178-4B8D-B27B-6C17986095E0}" dt="2026-09-10T22:36:49.343" v="4537"/>
          <ac:picMkLst>
            <pc:docMk/>
            <pc:sldMk cId="2305934860" sldId="264"/>
            <ac:picMk id="6" creationId="{D20E92EB-C44E-07E3-E6FC-D4B4C5178275}"/>
          </ac:picMkLst>
        </pc:picChg>
        <pc:picChg chg="add mod">
          <ac:chgData name="Austin D'costa (510007085)" userId="bf50d47f-2a65-4210-a202-fd097d26b8be" providerId="ADAL" clId="{B3257EA4-B178-4B8D-B27B-6C17986095E0}" dt="2026-09-10T22:37:18.325" v="4542" actId="26606"/>
          <ac:picMkLst>
            <pc:docMk/>
            <pc:sldMk cId="2305934860" sldId="264"/>
            <ac:picMk id="7" creationId="{9027623F-403D-C20E-532D-6DA4C8C417EB}"/>
          </ac:picMkLst>
        </pc:picChg>
        <pc:picChg chg="add mod">
          <ac:chgData name="Austin D'costa (510007085)" userId="bf50d47f-2a65-4210-a202-fd097d26b8be" providerId="ADAL" clId="{B3257EA4-B178-4B8D-B27B-6C17986095E0}" dt="2026-09-10T22:37:18.325" v="4542" actId="26606"/>
          <ac:picMkLst>
            <pc:docMk/>
            <pc:sldMk cId="2305934860" sldId="264"/>
            <ac:picMk id="8" creationId="{13A0D9E2-8FD0-BA88-8A91-368D701965BC}"/>
          </ac:picMkLst>
        </pc:picChg>
        <pc:picChg chg="add">
          <ac:chgData name="Austin D'costa (510007085)" userId="bf50d47f-2a65-4210-a202-fd097d26b8be" providerId="ADAL" clId="{B3257EA4-B178-4B8D-B27B-6C17986095E0}" dt="2026-09-10T22:37:18.325" v="4542" actId="26606"/>
          <ac:picMkLst>
            <pc:docMk/>
            <pc:sldMk cId="2305934860" sldId="264"/>
            <ac:picMk id="17" creationId="{B0DAC8FB-A162-44E3-A606-C855A03A5B09}"/>
          </ac:picMkLst>
        </pc:picChg>
      </pc:sldChg>
      <pc:sldChg chg="addSp modSp mod setBg">
        <pc:chgData name="Austin D'costa (510007085)" userId="bf50d47f-2a65-4210-a202-fd097d26b8be" providerId="ADAL" clId="{B3257EA4-B178-4B8D-B27B-6C17986095E0}" dt="2026-09-10T22:38:58.665" v="4552" actId="26606"/>
        <pc:sldMkLst>
          <pc:docMk/>
          <pc:sldMk cId="2367494638" sldId="265"/>
        </pc:sldMkLst>
        <pc:spChg chg="mod">
          <ac:chgData name="Austin D'costa (510007085)" userId="bf50d47f-2a65-4210-a202-fd097d26b8be" providerId="ADAL" clId="{B3257EA4-B178-4B8D-B27B-6C17986095E0}" dt="2026-09-10T22:38:58.665" v="4552" actId="26606"/>
          <ac:spMkLst>
            <pc:docMk/>
            <pc:sldMk cId="2367494638" sldId="265"/>
            <ac:spMk id="2" creationId="{2E47375B-2E47-21C9-FE0C-90CD94D4DB33}"/>
          </ac:spMkLst>
        </pc:spChg>
        <pc:spChg chg="mod ord">
          <ac:chgData name="Austin D'costa (510007085)" userId="bf50d47f-2a65-4210-a202-fd097d26b8be" providerId="ADAL" clId="{B3257EA4-B178-4B8D-B27B-6C17986095E0}" dt="2026-09-10T22:38:58.665" v="4552" actId="26606"/>
          <ac:spMkLst>
            <pc:docMk/>
            <pc:sldMk cId="2367494638" sldId="265"/>
            <ac:spMk id="3" creationId="{6C52E960-D69F-A59F-8B18-907AB7FDB07F}"/>
          </ac:spMkLst>
        </pc:spChg>
        <pc:spChg chg="add">
          <ac:chgData name="Austin D'costa (510007085)" userId="bf50d47f-2a65-4210-a202-fd097d26b8be" providerId="ADAL" clId="{B3257EA4-B178-4B8D-B27B-6C17986095E0}" dt="2026-09-10T22:38:58.665" v="4552" actId="26606"/>
          <ac:spMkLst>
            <pc:docMk/>
            <pc:sldMk cId="2367494638" sldId="265"/>
            <ac:spMk id="12" creationId="{333EDA0D-F54B-48BB-9910-7DB6A5FBA604}"/>
          </ac:spMkLst>
        </pc:spChg>
        <pc:spChg chg="add">
          <ac:chgData name="Austin D'costa (510007085)" userId="bf50d47f-2a65-4210-a202-fd097d26b8be" providerId="ADAL" clId="{B3257EA4-B178-4B8D-B27B-6C17986095E0}" dt="2026-09-10T22:38:58.665" v="4552" actId="26606"/>
          <ac:spMkLst>
            <pc:docMk/>
            <pc:sldMk cId="2367494638" sldId="265"/>
            <ac:spMk id="14" creationId="{E3A73256-0EB9-4289-A040-E77C05B42FA6}"/>
          </ac:spMkLst>
        </pc:spChg>
        <pc:spChg chg="add">
          <ac:chgData name="Austin D'costa (510007085)" userId="bf50d47f-2a65-4210-a202-fd097d26b8be" providerId="ADAL" clId="{B3257EA4-B178-4B8D-B27B-6C17986095E0}" dt="2026-09-10T22:38:58.665" v="4552" actId="26606"/>
          <ac:spMkLst>
            <pc:docMk/>
            <pc:sldMk cId="2367494638" sldId="265"/>
            <ac:spMk id="16" creationId="{A84FE2E0-0356-4DC9-A129-5C677E5BBF2A}"/>
          </ac:spMkLst>
        </pc:spChg>
        <pc:spChg chg="add">
          <ac:chgData name="Austin D'costa (510007085)" userId="bf50d47f-2a65-4210-a202-fd097d26b8be" providerId="ADAL" clId="{B3257EA4-B178-4B8D-B27B-6C17986095E0}" dt="2026-09-10T22:38:58.665" v="4552" actId="26606"/>
          <ac:spMkLst>
            <pc:docMk/>
            <pc:sldMk cId="2367494638" sldId="265"/>
            <ac:spMk id="18" creationId="{FAF9516E-11D6-4EBA-B6FD-722514EE9501}"/>
          </ac:spMkLst>
        </pc:spChg>
        <pc:spChg chg="add">
          <ac:chgData name="Austin D'costa (510007085)" userId="bf50d47f-2a65-4210-a202-fd097d26b8be" providerId="ADAL" clId="{B3257EA4-B178-4B8D-B27B-6C17986095E0}" dt="2026-09-10T22:38:58.665" v="4552" actId="26606"/>
          <ac:spMkLst>
            <pc:docMk/>
            <pc:sldMk cId="2367494638" sldId="265"/>
            <ac:spMk id="20" creationId="{1E68CD86-EBCA-4577-B9FD-960CCEE8C960}"/>
          </ac:spMkLst>
        </pc:spChg>
        <pc:picChg chg="add mod">
          <ac:chgData name="Austin D'costa (510007085)" userId="bf50d47f-2a65-4210-a202-fd097d26b8be" providerId="ADAL" clId="{B3257EA4-B178-4B8D-B27B-6C17986095E0}" dt="2026-09-10T22:38:58.665" v="4552" actId="26606"/>
          <ac:picMkLst>
            <pc:docMk/>
            <pc:sldMk cId="2367494638" sldId="265"/>
            <ac:picMk id="4" creationId="{11361A7E-993D-3317-C819-EF9655A62094}"/>
          </ac:picMkLst>
        </pc:picChg>
        <pc:picChg chg="add">
          <ac:chgData name="Austin D'costa (510007085)" userId="bf50d47f-2a65-4210-a202-fd097d26b8be" providerId="ADAL" clId="{B3257EA4-B178-4B8D-B27B-6C17986095E0}" dt="2026-09-10T22:38:11.039" v="4547"/>
          <ac:picMkLst>
            <pc:docMk/>
            <pc:sldMk cId="2367494638" sldId="265"/>
            <ac:picMk id="5" creationId="{3639F27D-8A56-F1FB-2D14-B3115BF2E68B}"/>
          </ac:picMkLst>
        </pc:picChg>
        <pc:picChg chg="add mod">
          <ac:chgData name="Austin D'costa (510007085)" userId="bf50d47f-2a65-4210-a202-fd097d26b8be" providerId="ADAL" clId="{B3257EA4-B178-4B8D-B27B-6C17986095E0}" dt="2026-09-10T22:38:58.665" v="4552" actId="26606"/>
          <ac:picMkLst>
            <pc:docMk/>
            <pc:sldMk cId="2367494638" sldId="265"/>
            <ac:picMk id="6" creationId="{65F5C8F8-243A-78FE-B2E5-FD7575AB9EDA}"/>
          </ac:picMkLst>
        </pc:picChg>
        <pc:picChg chg="add mod ord">
          <ac:chgData name="Austin D'costa (510007085)" userId="bf50d47f-2a65-4210-a202-fd097d26b8be" providerId="ADAL" clId="{B3257EA4-B178-4B8D-B27B-6C17986095E0}" dt="2026-09-10T22:38:58.665" v="4552" actId="26606"/>
          <ac:picMkLst>
            <pc:docMk/>
            <pc:sldMk cId="2367494638" sldId="265"/>
            <ac:picMk id="7" creationId="{5B9B2958-FF2D-57E4-92DD-F627C0B791C3}"/>
          </ac:picMkLst>
        </pc:picChg>
      </pc:sldChg>
      <pc:sldChg chg="modSp mod">
        <pc:chgData name="Austin D'costa (510007085)" userId="bf50d47f-2a65-4210-a202-fd097d26b8be" providerId="ADAL" clId="{B3257EA4-B178-4B8D-B27B-6C17986095E0}" dt="2026-09-10T23:16:57.268" v="5802" actId="20577"/>
        <pc:sldMkLst>
          <pc:docMk/>
          <pc:sldMk cId="2715120608" sldId="266"/>
        </pc:sldMkLst>
        <pc:spChg chg="mod">
          <ac:chgData name="Austin D'costa (510007085)" userId="bf50d47f-2a65-4210-a202-fd097d26b8be" providerId="ADAL" clId="{B3257EA4-B178-4B8D-B27B-6C17986095E0}" dt="2026-09-10T22:41:17.132" v="4575"/>
          <ac:spMkLst>
            <pc:docMk/>
            <pc:sldMk cId="2715120608" sldId="266"/>
            <ac:spMk id="2" creationId="{59E2912A-9F1F-1B5C-1B9B-684BE7926B81}"/>
          </ac:spMkLst>
        </pc:spChg>
        <pc:spChg chg="mod">
          <ac:chgData name="Austin D'costa (510007085)" userId="bf50d47f-2a65-4210-a202-fd097d26b8be" providerId="ADAL" clId="{B3257EA4-B178-4B8D-B27B-6C17986095E0}" dt="2026-09-10T23:16:57.268" v="5802" actId="20577"/>
          <ac:spMkLst>
            <pc:docMk/>
            <pc:sldMk cId="2715120608" sldId="266"/>
            <ac:spMk id="3" creationId="{83028FAE-6CC8-224D-94C9-EE150FD051C5}"/>
          </ac:spMkLst>
        </pc:spChg>
      </pc:sldChg>
      <pc:sldChg chg="del">
        <pc:chgData name="Austin D'costa (510007085)" userId="bf50d47f-2a65-4210-a202-fd097d26b8be" providerId="ADAL" clId="{B3257EA4-B178-4B8D-B27B-6C17986095E0}" dt="2026-09-10T22:41:20.732" v="4576" actId="2696"/>
        <pc:sldMkLst>
          <pc:docMk/>
          <pc:sldMk cId="1006660101" sldId="267"/>
        </pc:sldMkLst>
      </pc:sldChg>
      <pc:sldChg chg="modSp mod">
        <pc:chgData name="Austin D'costa (510007085)" userId="bf50d47f-2a65-4210-a202-fd097d26b8be" providerId="ADAL" clId="{B3257EA4-B178-4B8D-B27B-6C17986095E0}" dt="2026-09-10T23:51:17.362" v="6797" actId="313"/>
        <pc:sldMkLst>
          <pc:docMk/>
          <pc:sldMk cId="1793154633" sldId="269"/>
        </pc:sldMkLst>
        <pc:spChg chg="mod">
          <ac:chgData name="Austin D'costa (510007085)" userId="bf50d47f-2a65-4210-a202-fd097d26b8be" providerId="ADAL" clId="{B3257EA4-B178-4B8D-B27B-6C17986095E0}" dt="2026-09-10T23:51:17.362" v="6797" actId="313"/>
          <ac:spMkLst>
            <pc:docMk/>
            <pc:sldMk cId="1793154633" sldId="269"/>
            <ac:spMk id="2" creationId="{9A8E7DBA-058F-FA3A-D9D2-0A1FBAE6AC0B}"/>
          </ac:spMkLst>
        </pc:spChg>
      </pc:sldChg>
      <pc:sldChg chg="del">
        <pc:chgData name="Austin D'costa (510007085)" userId="bf50d47f-2a65-4210-a202-fd097d26b8be" providerId="ADAL" clId="{B3257EA4-B178-4B8D-B27B-6C17986095E0}" dt="2026-09-10T22:40:55.345" v="4571" actId="2696"/>
        <pc:sldMkLst>
          <pc:docMk/>
          <pc:sldMk cId="4158872810" sldId="270"/>
        </pc:sldMkLst>
      </pc:sldChg>
      <pc:sldChg chg="modSp mod">
        <pc:chgData name="Austin D'costa (510007085)" userId="bf50d47f-2a65-4210-a202-fd097d26b8be" providerId="ADAL" clId="{B3257EA4-B178-4B8D-B27B-6C17986095E0}" dt="2026-09-11T00:12:04.960" v="8284" actId="313"/>
        <pc:sldMkLst>
          <pc:docMk/>
          <pc:sldMk cId="1463259392" sldId="271"/>
        </pc:sldMkLst>
        <pc:spChg chg="mod">
          <ac:chgData name="Austin D'costa (510007085)" userId="bf50d47f-2a65-4210-a202-fd097d26b8be" providerId="ADAL" clId="{B3257EA4-B178-4B8D-B27B-6C17986095E0}" dt="2026-09-11T00:04:38.725" v="7791" actId="2711"/>
          <ac:spMkLst>
            <pc:docMk/>
            <pc:sldMk cId="1463259392" sldId="271"/>
            <ac:spMk id="2" creationId="{91CFF06D-6B95-8D58-D7E8-5D06FBC0CBEF}"/>
          </ac:spMkLst>
        </pc:spChg>
        <pc:spChg chg="mod">
          <ac:chgData name="Austin D'costa (510007085)" userId="bf50d47f-2a65-4210-a202-fd097d26b8be" providerId="ADAL" clId="{B3257EA4-B178-4B8D-B27B-6C17986095E0}" dt="2026-09-11T00:12:04.960" v="8284" actId="313"/>
          <ac:spMkLst>
            <pc:docMk/>
            <pc:sldMk cId="1463259392" sldId="271"/>
            <ac:spMk id="3" creationId="{F73B5FE7-1D42-E189-5C06-EE6711F2D611}"/>
          </ac:spMkLst>
        </pc:spChg>
      </pc:sldChg>
      <pc:sldChg chg="del">
        <pc:chgData name="Austin D'costa (510007085)" userId="bf50d47f-2a65-4210-a202-fd097d26b8be" providerId="ADAL" clId="{B3257EA4-B178-4B8D-B27B-6C17986095E0}" dt="2026-09-10T22:40:16.613" v="4566" actId="2696"/>
        <pc:sldMkLst>
          <pc:docMk/>
          <pc:sldMk cId="2534809737" sldId="272"/>
        </pc:sldMkLst>
      </pc:sldChg>
      <pc:sldChg chg="del">
        <pc:chgData name="Austin D'costa (510007085)" userId="bf50d47f-2a65-4210-a202-fd097d26b8be" providerId="ADAL" clId="{B3257EA4-B178-4B8D-B27B-6C17986095E0}" dt="2026-09-10T22:40:14.572" v="4565" actId="2696"/>
        <pc:sldMkLst>
          <pc:docMk/>
          <pc:sldMk cId="3473845266" sldId="273"/>
        </pc:sldMkLst>
      </pc:sldChg>
      <pc:sldChg chg="del">
        <pc:chgData name="Austin D'costa (510007085)" userId="bf50d47f-2a65-4210-a202-fd097d26b8be" providerId="ADAL" clId="{B3257EA4-B178-4B8D-B27B-6C17986095E0}" dt="2026-09-10T22:40:12.635" v="4564" actId="2696"/>
        <pc:sldMkLst>
          <pc:docMk/>
          <pc:sldMk cId="559251985" sldId="274"/>
        </pc:sldMkLst>
      </pc:sldChg>
      <pc:sldChg chg="del">
        <pc:chgData name="Austin D'costa (510007085)" userId="bf50d47f-2a65-4210-a202-fd097d26b8be" providerId="ADAL" clId="{B3257EA4-B178-4B8D-B27B-6C17986095E0}" dt="2026-09-10T22:40:10.470" v="4563" actId="2696"/>
        <pc:sldMkLst>
          <pc:docMk/>
          <pc:sldMk cId="1598270386" sldId="275"/>
        </pc:sldMkLst>
      </pc:sldChg>
    </pc:docChg>
  </pc:docChgLst>
  <pc:docChgLst>
    <pc:chgData name="Austin D'costa (510007085)" userId="S::510007085@dclive.ca::bf50d47f-2a65-4210-a202-fd097d26b8be" providerId="AD" clId="Web-{00000000-0000-0000-0000-000000000000}"/>
    <pc:docChg chg="modSld">
      <pc:chgData name="Austin D'costa (510007085)" userId="S::510007085@dclive.ca::bf50d47f-2a65-4210-a202-fd097d26b8be" providerId="AD" clId="Web-{00000000-0000-0000-0000-000000000000}" dt="2026-09-10T14:37:29.204" v="94" actId="20577"/>
      <pc:docMkLst>
        <pc:docMk/>
      </pc:docMkLst>
      <pc:sldChg chg="modSp">
        <pc:chgData name="Austin D'costa (510007085)" userId="S::510007085@dclive.ca::bf50d47f-2a65-4210-a202-fd097d26b8be" providerId="AD" clId="Web-{00000000-0000-0000-0000-000000000000}" dt="2026-09-10T14:37:29.204" v="94" actId="20577"/>
        <pc:sldMkLst>
          <pc:docMk/>
          <pc:sldMk cId="279903095" sldId="260"/>
        </pc:sldMkLst>
        <pc:spChg chg="mod">
          <ac:chgData name="Austin D'costa (510007085)" userId="S::510007085@dclive.ca::bf50d47f-2a65-4210-a202-fd097d26b8be" providerId="AD" clId="Web-{00000000-0000-0000-0000-000000000000}" dt="2026-09-10T14:37:29.204" v="94" actId="20577"/>
          <ac:spMkLst>
            <pc:docMk/>
            <pc:sldMk cId="279903095" sldId="260"/>
            <ac:spMk id="3" creationId="{7A3EAE25-93D1-B809-F40D-A659C3C56374}"/>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6">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E7567C-AB41-4572-9EF6-2FA2BE3FCA50}" type="doc">
      <dgm:prSet loTypeId="urn:microsoft.com/office/officeart/2005/8/layout/vList2" loCatId="list" qsTypeId="urn:microsoft.com/office/officeart/2005/8/quickstyle/simple1#26" qsCatId="simple" csTypeId="urn:microsoft.com/office/officeart/2005/8/colors/colorful1#6" csCatId="colorful"/>
      <dgm:spPr/>
      <dgm:t>
        <a:bodyPr/>
        <a:lstStyle/>
        <a:p>
          <a:endParaRPr lang="en-US"/>
        </a:p>
      </dgm:t>
    </dgm:pt>
    <dgm:pt modelId="{55FB0F96-2DB8-450B-A357-BD35F29DBF77}">
      <dgm:prSet/>
      <dgm:spPr/>
      <dgm:t>
        <a:bodyPr/>
        <a:lstStyle/>
        <a:p>
          <a:r>
            <a:rPr lang="en-US"/>
            <a:t>Heat Sink (Passive chip cooler) - If you have an electronic that over heats itself when being used. This can be a real bothersome managing this issue, and could damage your device. The solution to this problem is none other that a </a:t>
          </a:r>
          <a:r>
            <a:rPr lang="en-US" b="1"/>
            <a:t>"Heat Sink".</a:t>
          </a:r>
          <a:r>
            <a:rPr lang="en-US"/>
            <a:t>  A heat sink is a component that helps with overheating devices and its thermal issues. This can come from CPU, GPU's and translators. Overall, this can help reduce performance or damage. These pieces are built with either aluminum or copper to ensue and maintain heat transfers.</a:t>
          </a:r>
        </a:p>
      </dgm:t>
    </dgm:pt>
    <dgm:pt modelId="{5EDB022B-DF1B-400B-93F7-FA1FFF587221}" type="parTrans" cxnId="{EE082EE4-A3F3-4654-BE50-23BFE77A74A6}">
      <dgm:prSet/>
      <dgm:spPr/>
      <dgm:t>
        <a:bodyPr/>
        <a:lstStyle/>
        <a:p>
          <a:endParaRPr lang="en-US"/>
        </a:p>
      </dgm:t>
    </dgm:pt>
    <dgm:pt modelId="{B1E2904E-45DD-4EBA-8BAD-5DC0573312C4}" type="sibTrans" cxnId="{EE082EE4-A3F3-4654-BE50-23BFE77A74A6}">
      <dgm:prSet/>
      <dgm:spPr/>
      <dgm:t>
        <a:bodyPr/>
        <a:lstStyle/>
        <a:p>
          <a:endParaRPr lang="en-US"/>
        </a:p>
      </dgm:t>
    </dgm:pt>
    <dgm:pt modelId="{5C3F881F-C8AB-4E62-823C-A3E79DCAD20C}">
      <dgm:prSet/>
      <dgm:spPr/>
      <dgm:t>
        <a:bodyPr/>
        <a:lstStyle/>
        <a:p>
          <a:r>
            <a:rPr lang="en-US"/>
            <a:t>Fan (Active chip Cooler) – An active chip cooler is a device that is attached to the mother board that has both a built in copper or aluminum that is attached with a powered electric fan on the microchip. In turn, this helps cool down the temperature of computer parts. The metal on the chip sucks in the heat within the computer this can be similar to a sponge absorbing any fluids. The fan on the micro controller blows cooling air across the hot metal, so there is no heat in the component.</a:t>
          </a:r>
        </a:p>
      </dgm:t>
    </dgm:pt>
    <dgm:pt modelId="{7275C352-FAFC-4BD6-A952-60EA35556693}" type="parTrans" cxnId="{1AC9A9C7-97D6-48B2-AEEE-7E20029FD8BB}">
      <dgm:prSet/>
      <dgm:spPr/>
      <dgm:t>
        <a:bodyPr/>
        <a:lstStyle/>
        <a:p>
          <a:endParaRPr lang="en-US"/>
        </a:p>
      </dgm:t>
    </dgm:pt>
    <dgm:pt modelId="{A28F3BCD-458A-4D4C-AAA6-4905156D38FC}" type="sibTrans" cxnId="{1AC9A9C7-97D6-48B2-AEEE-7E20029FD8BB}">
      <dgm:prSet/>
      <dgm:spPr/>
      <dgm:t>
        <a:bodyPr/>
        <a:lstStyle/>
        <a:p>
          <a:endParaRPr lang="en-US"/>
        </a:p>
      </dgm:t>
    </dgm:pt>
    <dgm:pt modelId="{096975F5-696B-42F7-96A4-C45F64769EF8}" type="pres">
      <dgm:prSet presAssocID="{83E7567C-AB41-4572-9EF6-2FA2BE3FCA50}" presName="linear" presStyleCnt="0">
        <dgm:presLayoutVars>
          <dgm:animLvl val="lvl"/>
          <dgm:resizeHandles val="exact"/>
        </dgm:presLayoutVars>
      </dgm:prSet>
      <dgm:spPr/>
    </dgm:pt>
    <dgm:pt modelId="{F2BA5E79-2810-46E7-AB5E-55812B5E9E99}" type="pres">
      <dgm:prSet presAssocID="{55FB0F96-2DB8-450B-A357-BD35F29DBF77}" presName="parentText" presStyleLbl="node1" presStyleIdx="0" presStyleCnt="2">
        <dgm:presLayoutVars>
          <dgm:chMax val="0"/>
          <dgm:bulletEnabled val="1"/>
        </dgm:presLayoutVars>
      </dgm:prSet>
      <dgm:spPr/>
    </dgm:pt>
    <dgm:pt modelId="{04E5FB98-95B3-479E-BEEE-555AD633214D}" type="pres">
      <dgm:prSet presAssocID="{B1E2904E-45DD-4EBA-8BAD-5DC0573312C4}" presName="spacer" presStyleCnt="0"/>
      <dgm:spPr/>
    </dgm:pt>
    <dgm:pt modelId="{5F7F0778-E4CD-4812-9A5F-0D9CC225E544}" type="pres">
      <dgm:prSet presAssocID="{5C3F881F-C8AB-4E62-823C-A3E79DCAD20C}" presName="parentText" presStyleLbl="node1" presStyleIdx="1" presStyleCnt="2">
        <dgm:presLayoutVars>
          <dgm:chMax val="0"/>
          <dgm:bulletEnabled val="1"/>
        </dgm:presLayoutVars>
      </dgm:prSet>
      <dgm:spPr/>
    </dgm:pt>
  </dgm:ptLst>
  <dgm:cxnLst>
    <dgm:cxn modelId="{5682AF69-9BDF-4E63-AAB1-DBB908DC9385}" type="presOf" srcId="{83E7567C-AB41-4572-9EF6-2FA2BE3FCA50}" destId="{096975F5-696B-42F7-96A4-C45F64769EF8}" srcOrd="0" destOrd="0" presId="urn:microsoft.com/office/officeart/2005/8/layout/vList2"/>
    <dgm:cxn modelId="{697C1C75-BD5D-4AA9-9E85-1037AE5F5624}" type="presOf" srcId="{5C3F881F-C8AB-4E62-823C-A3E79DCAD20C}" destId="{5F7F0778-E4CD-4812-9A5F-0D9CC225E544}" srcOrd="0" destOrd="0" presId="urn:microsoft.com/office/officeart/2005/8/layout/vList2"/>
    <dgm:cxn modelId="{6CE1E896-B87A-44E8-9B51-4FA320958ED1}" type="presOf" srcId="{55FB0F96-2DB8-450B-A357-BD35F29DBF77}" destId="{F2BA5E79-2810-46E7-AB5E-55812B5E9E99}" srcOrd="0" destOrd="0" presId="urn:microsoft.com/office/officeart/2005/8/layout/vList2"/>
    <dgm:cxn modelId="{EE082EE4-A3F3-4654-BE50-23BFE77A74A6}" srcId="{83E7567C-AB41-4572-9EF6-2FA2BE3FCA50}" destId="{55FB0F96-2DB8-450B-A357-BD35F29DBF77}" srcOrd="0" destOrd="0" parTransId="{5EDB022B-DF1B-400B-93F7-FA1FFF587221}" sibTransId="{B1E2904E-45DD-4EBA-8BAD-5DC0573312C4}"/>
    <dgm:cxn modelId="{1AC9A9C7-97D6-48B2-AEEE-7E20029FD8BB}" srcId="{83E7567C-AB41-4572-9EF6-2FA2BE3FCA50}" destId="{5C3F881F-C8AB-4E62-823C-A3E79DCAD20C}" srcOrd="1" destOrd="0" parTransId="{7275C352-FAFC-4BD6-A952-60EA35556693}" sibTransId="{A28F3BCD-458A-4D4C-AAA6-4905156D38FC}"/>
    <dgm:cxn modelId="{889D8990-B64A-42FD-8B6F-B7268F0345C8}" type="presParOf" srcId="{096975F5-696B-42F7-96A4-C45F64769EF8}" destId="{F2BA5E79-2810-46E7-AB5E-55812B5E9E99}" srcOrd="0" destOrd="0" presId="urn:microsoft.com/office/officeart/2005/8/layout/vList2"/>
    <dgm:cxn modelId="{1D8DDED5-9894-4818-AEA3-4FDC04E02FD2}" type="presParOf" srcId="{096975F5-696B-42F7-96A4-C45F64769EF8}" destId="{04E5FB98-95B3-479E-BEEE-555AD633214D}" srcOrd="1" destOrd="0" presId="urn:microsoft.com/office/officeart/2005/8/layout/vList2"/>
    <dgm:cxn modelId="{422EFA2A-B3ED-4D25-9485-4FE830DC6753}" type="presParOf" srcId="{096975F5-696B-42F7-96A4-C45F64769EF8}" destId="{5F7F0778-E4CD-4812-9A5F-0D9CC225E544}" srcOrd="2"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BA5E79-2810-46E7-AB5E-55812B5E9E99}">
      <dsp:nvSpPr>
        <dsp:cNvPr id="0" name=""/>
        <dsp:cNvSpPr/>
      </dsp:nvSpPr>
      <dsp:spPr>
        <a:xfrm>
          <a:off x="0" y="215545"/>
          <a:ext cx="3944010" cy="14976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t>Heat Sink (Passive chip cooler) - If you have an electronic that over heats itself when being used. This can be a real bothersome managing this issue, and could damage your device. The solution to this problem is none other that a </a:t>
          </a:r>
          <a:r>
            <a:rPr lang="en-US" sz="1000" b="1" kern="1200"/>
            <a:t>"Heat Sink".</a:t>
          </a:r>
          <a:r>
            <a:rPr lang="en-US" sz="1000" kern="1200"/>
            <a:t>  A heat sink is a component that helps with overheating devices and its thermal issues. This can come from CPU, GPU's and translators. Overall, this can help reduce performance or damage. These pieces are built with either aluminum or copper to ensue and maintain heat transfers.</a:t>
          </a:r>
        </a:p>
      </dsp:txBody>
      <dsp:txXfrm>
        <a:off x="73107" y="288652"/>
        <a:ext cx="3797796" cy="1351386"/>
      </dsp:txXfrm>
    </dsp:sp>
    <dsp:sp modelId="{5F7F0778-E4CD-4812-9A5F-0D9CC225E544}">
      <dsp:nvSpPr>
        <dsp:cNvPr id="0" name=""/>
        <dsp:cNvSpPr/>
      </dsp:nvSpPr>
      <dsp:spPr>
        <a:xfrm>
          <a:off x="0" y="1741945"/>
          <a:ext cx="3944010" cy="149760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a:t>Fan (Active chip Cooler) – An active chip cooler is a device that is attached to the mother board that has both a built in copper or aluminum that is attached with a powered electric fan on the microchip. In turn, this helps cool down the temperature of computer parts. The metal on the chip sucks in the heat within the computer this can be similar to a sponge absorbing any fluids. The fan on the micro controller blows cooling air across the hot metal, so there is no heat in the component.</a:t>
          </a:r>
        </a:p>
      </dsp:txBody>
      <dsp:txXfrm>
        <a:off x="73107" y="1815052"/>
        <a:ext cx="3797796" cy="135138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9/10/2026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org&amp;utm_campaign=index&amp;utm_content=origina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jpg"/></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11.jpg"/></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jpg"/><Relationship Id="rId4" Type="http://schemas.openxmlformats.org/officeDocument/2006/relationships/image" Target="../media/image15.jpg"/></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1.xml"/><Relationship Id="rId3" Type="http://schemas.openxmlformats.org/officeDocument/2006/relationships/image" Target="../media/image18.jpg"/><Relationship Id="rId7" Type="http://schemas.openxmlformats.org/officeDocument/2006/relationships/image" Target="../media/image22.jpg"/><Relationship Id="rId12" Type="http://schemas.microsoft.com/office/2007/relationships/diagramDrawing" Target="../diagrams/drawing1.xml"/><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diagramColors" Target="../diagrams/colors1.xml"/><Relationship Id="rId5" Type="http://schemas.openxmlformats.org/officeDocument/2006/relationships/image" Target="../media/image20.jpg"/><Relationship Id="rId10" Type="http://schemas.openxmlformats.org/officeDocument/2006/relationships/diagramQuickStyle" Target="../diagrams/quickStyle1.xml"/><Relationship Id="rId4" Type="http://schemas.openxmlformats.org/officeDocument/2006/relationships/image" Target="../media/image19.png"/><Relationship Id="rId9"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gif"/><Relationship Id="rId1" Type="http://schemas.openxmlformats.org/officeDocument/2006/relationships/slideLayout" Target="../slideLayouts/slideLayout2.xml"/><Relationship Id="rId5" Type="http://schemas.openxmlformats.org/officeDocument/2006/relationships/image" Target="../media/image26.gif"/><Relationship Id="rId4" Type="http://schemas.openxmlformats.org/officeDocument/2006/relationships/image" Target="../media/image25.jpg"/></Relationships>
</file>

<file path=ppt/slides/_rels/slide7.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jpeg"/><Relationship Id="rId4" Type="http://schemas.openxmlformats.org/officeDocument/2006/relationships/image" Target="../media/image32.jpeg"/></Relationships>
</file>

<file path=ppt/slides/_rels/slide9.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jpg"/><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2.xml"/><Relationship Id="rId5" Type="http://schemas.openxmlformats.org/officeDocument/2006/relationships/image" Target="../media/image43.jpg"/><Relationship Id="rId4" Type="http://schemas.openxmlformats.org/officeDocument/2006/relationships/image" Target="../media/image4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28F64C6-FE22-4FC1-A763-DFCC51481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4261224" y="4577975"/>
            <a:ext cx="7539349" cy="1899827"/>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p:cNvSpPr>
            <a:spLocks noGrp="1"/>
          </p:cNvSpPr>
          <p:nvPr>
            <p:ph type="ctrTitle"/>
          </p:nvPr>
        </p:nvSpPr>
        <p:spPr>
          <a:xfrm>
            <a:off x="4603468" y="4741948"/>
            <a:ext cx="6829520" cy="862031"/>
          </a:xfrm>
        </p:spPr>
        <p:txBody>
          <a:bodyPr>
            <a:normAutofit/>
          </a:bodyPr>
          <a:lstStyle/>
          <a:p>
            <a:pPr algn="l"/>
            <a:r>
              <a:rPr lang="en-US" sz="2800">
                <a:solidFill>
                  <a:srgbClr val="FFFFFF"/>
                </a:solidFill>
                <a:latin typeface="Cooper Black"/>
              </a:rPr>
              <a:t>Computer &amp; Systems Glossary Identification Assignment</a:t>
            </a:r>
          </a:p>
        </p:txBody>
      </p:sp>
      <p:sp>
        <p:nvSpPr>
          <p:cNvPr id="3" name="Subtitle 2"/>
          <p:cNvSpPr>
            <a:spLocks noGrp="1"/>
          </p:cNvSpPr>
          <p:nvPr>
            <p:ph type="subTitle" idx="1"/>
          </p:nvPr>
        </p:nvSpPr>
        <p:spPr>
          <a:xfrm>
            <a:off x="4603468" y="5839017"/>
            <a:ext cx="6829520" cy="403749"/>
          </a:xfrm>
        </p:spPr>
        <p:txBody>
          <a:bodyPr vert="horz" lIns="91440" tIns="45720" rIns="91440" bIns="45720" rtlCol="0" anchor="t">
            <a:normAutofit/>
          </a:bodyPr>
          <a:lstStyle/>
          <a:p>
            <a:pPr algn="l"/>
            <a:r>
              <a:rPr lang="en-US" sz="1800">
                <a:solidFill>
                  <a:srgbClr val="E7E6E6"/>
                </a:solidFill>
                <a:latin typeface="Comic Sans MS"/>
              </a:rPr>
              <a:t>By: Austin D'Costa</a:t>
            </a:r>
          </a:p>
        </p:txBody>
      </p:sp>
      <p:pic>
        <p:nvPicPr>
          <p:cNvPr id="9" name="Picture 8" descr="🖥️ System Unit – Full Explanation 🔍 Ever wondered what's inside your  computer case? This detailed breakdown highlights every major internal  component and how they work together to power your system. 🔌">
            <a:extLst>
              <a:ext uri="{FF2B5EF4-FFF2-40B4-BE49-F238E27FC236}">
                <a16:creationId xmlns:a16="http://schemas.microsoft.com/office/drawing/2014/main" id="{EB962C41-527D-971B-4EAB-998F11FE9C78}"/>
              </a:ext>
            </a:extLst>
          </p:cNvPr>
          <p:cNvPicPr>
            <a:picLocks noChangeAspect="1"/>
          </p:cNvPicPr>
          <p:nvPr/>
        </p:nvPicPr>
        <p:blipFill>
          <a:blip r:embed="rId2"/>
          <a:srcRect t="8721" r="3" b="15958"/>
          <a:stretch>
            <a:fillRect/>
          </a:stretch>
        </p:blipFill>
        <p:spPr>
          <a:xfrm>
            <a:off x="307840" y="321732"/>
            <a:ext cx="3793472" cy="4111323"/>
          </a:xfrm>
          <a:prstGeom prst="rect">
            <a:avLst/>
          </a:prstGeom>
        </p:spPr>
      </p:pic>
      <p:pic>
        <p:nvPicPr>
          <p:cNvPr id="5" name="Picture 4" descr="🖥️Learn the basic parts of a computer and understand how each component  works together to make your system run smoothly. , #computerparts  #computerbasics #learncomputer #digitalskills #techeducation">
            <a:extLst>
              <a:ext uri="{FF2B5EF4-FFF2-40B4-BE49-F238E27FC236}">
                <a16:creationId xmlns:a16="http://schemas.microsoft.com/office/drawing/2014/main" id="{9293639A-2108-FB51-D2B7-5F80570180BF}"/>
              </a:ext>
            </a:extLst>
          </p:cNvPr>
          <p:cNvPicPr>
            <a:picLocks noChangeAspect="1"/>
          </p:cNvPicPr>
          <p:nvPr/>
        </p:nvPicPr>
        <p:blipFill>
          <a:blip r:embed="rId3"/>
          <a:srcRect t="34294" r="3" b="23485"/>
          <a:stretch>
            <a:fillRect/>
          </a:stretch>
        </p:blipFill>
        <p:spPr>
          <a:xfrm>
            <a:off x="4194959" y="321734"/>
            <a:ext cx="3797570" cy="2010551"/>
          </a:xfrm>
          <a:prstGeom prst="rect">
            <a:avLst/>
          </a:prstGeom>
        </p:spPr>
      </p:pic>
      <p:pic>
        <p:nvPicPr>
          <p:cNvPr id="6" name="Picture 5" descr="Main Components of Computer Hardware Computer hardware refers to the  physical parts of a computer system. Important components include CPU  (processor), motherboard, RAM, hard disk, power supply, and cooling system.  Each component">
            <a:extLst>
              <a:ext uri="{FF2B5EF4-FFF2-40B4-BE49-F238E27FC236}">
                <a16:creationId xmlns:a16="http://schemas.microsoft.com/office/drawing/2014/main" id="{32C28F1F-5EA6-CF0D-011A-547804E2B037}"/>
              </a:ext>
            </a:extLst>
          </p:cNvPr>
          <p:cNvPicPr>
            <a:picLocks noChangeAspect="1"/>
          </p:cNvPicPr>
          <p:nvPr/>
        </p:nvPicPr>
        <p:blipFill>
          <a:blip r:embed="rId4"/>
          <a:srcRect t="37354" r="2" b="20325"/>
          <a:stretch>
            <a:fillRect/>
          </a:stretch>
        </p:blipFill>
        <p:spPr>
          <a:xfrm>
            <a:off x="4190180" y="2422097"/>
            <a:ext cx="3794760" cy="2013804"/>
          </a:xfrm>
          <a:prstGeom prst="rect">
            <a:avLst/>
          </a:prstGeom>
        </p:spPr>
      </p:pic>
      <p:pic>
        <p:nvPicPr>
          <p:cNvPr id="8" name="Picture 7" descr="What Does the Inside of a Computer Look Like?">
            <a:extLst>
              <a:ext uri="{FF2B5EF4-FFF2-40B4-BE49-F238E27FC236}">
                <a16:creationId xmlns:a16="http://schemas.microsoft.com/office/drawing/2014/main" id="{4422FFB8-F389-6CCB-7D4D-2A7E8C0021DB}"/>
              </a:ext>
            </a:extLst>
          </p:cNvPr>
          <p:cNvPicPr>
            <a:picLocks noChangeAspect="1"/>
          </p:cNvPicPr>
          <p:nvPr/>
        </p:nvPicPr>
        <p:blipFill>
          <a:blip r:embed="rId5"/>
          <a:srcRect r="3266" b="-3"/>
          <a:stretch>
            <a:fillRect/>
          </a:stretch>
        </p:blipFill>
        <p:spPr>
          <a:xfrm>
            <a:off x="8086176" y="321733"/>
            <a:ext cx="3797984" cy="4111321"/>
          </a:xfrm>
          <a:prstGeom prst="rect">
            <a:avLst/>
          </a:prstGeom>
        </p:spPr>
      </p:pic>
      <p:pic>
        <p:nvPicPr>
          <p:cNvPr id="4" name="Picture 3" descr="🖥️Learn the basic parts of a computer and understand how each component  works together to make your system run smoothly. , #computerparts  #computerbasics #learncomputer #digitalskills #techeducation">
            <a:extLst>
              <a:ext uri="{FF2B5EF4-FFF2-40B4-BE49-F238E27FC236}">
                <a16:creationId xmlns:a16="http://schemas.microsoft.com/office/drawing/2014/main" id="{DB911C8A-A36F-AD4F-AC3A-9B89743E55C4}"/>
              </a:ext>
            </a:extLst>
          </p:cNvPr>
          <p:cNvPicPr>
            <a:picLocks noChangeAspect="1"/>
          </p:cNvPicPr>
          <p:nvPr/>
        </p:nvPicPr>
        <p:blipFill>
          <a:blip r:embed="rId3"/>
          <a:srcRect t="34279" r="2" b="23468"/>
          <a:stretch>
            <a:fillRect/>
          </a:stretch>
        </p:blipFill>
        <p:spPr>
          <a:xfrm>
            <a:off x="307840" y="4525715"/>
            <a:ext cx="3794760" cy="2010551"/>
          </a:xfrm>
          <a:prstGeom prst="rect">
            <a:avLst/>
          </a:prstGeom>
        </p:spPr>
      </p:pic>
      <p:cxnSp>
        <p:nvCxnSpPr>
          <p:cNvPr id="16" name="Straight Connector 15">
            <a:extLst>
              <a:ext uri="{FF2B5EF4-FFF2-40B4-BE49-F238E27FC236}">
                <a16:creationId xmlns:a16="http://schemas.microsoft.com/office/drawing/2014/main" id="{5C34627B-48E6-4F4D-B843-97717A86B4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19934" y="5694097"/>
            <a:ext cx="5486400" cy="0"/>
          </a:xfrm>
          <a:prstGeom prst="line">
            <a:avLst/>
          </a:prstGeom>
          <a:ln w="15875">
            <a:solidFill>
              <a:srgbClr val="D9D9D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Slide Background Fill">
            <a:extLst>
              <a:ext uri="{FF2B5EF4-FFF2-40B4-BE49-F238E27FC236}">
                <a16:creationId xmlns:a16="http://schemas.microsoft.com/office/drawing/2014/main" id="{913AE63C-D5B4-45D1-ACFC-648CFFCF9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Color Cover">
            <a:extLst>
              <a:ext uri="{FF2B5EF4-FFF2-40B4-BE49-F238E27FC236}">
                <a16:creationId xmlns:a16="http://schemas.microsoft.com/office/drawing/2014/main" id="{34DE9D20-D6C2-4834-9EE9-EC583F3FE5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9" name="Group 28">
            <a:extLst>
              <a:ext uri="{FF2B5EF4-FFF2-40B4-BE49-F238E27FC236}">
                <a16:creationId xmlns:a16="http://schemas.microsoft.com/office/drawing/2014/main" id="{18E6700D-1968-457A-86D6-0832EF451D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1" y="0"/>
            <a:ext cx="6064235" cy="6858000"/>
            <a:chOff x="651279" y="598259"/>
            <a:chExt cx="10889442" cy="5680742"/>
          </a:xfrm>
        </p:grpSpPr>
        <p:sp>
          <p:nvSpPr>
            <p:cNvPr id="17" name="Color">
              <a:extLst>
                <a:ext uri="{FF2B5EF4-FFF2-40B4-BE49-F238E27FC236}">
                  <a16:creationId xmlns:a16="http://schemas.microsoft.com/office/drawing/2014/main" id="{9A7755BA-576D-4BEE-915E-597F992484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Color">
              <a:extLst>
                <a:ext uri="{FF2B5EF4-FFF2-40B4-BE49-F238E27FC236}">
                  <a16:creationId xmlns:a16="http://schemas.microsoft.com/office/drawing/2014/main" id="{67CB0A79-D73C-4261-AC57-EAF4BD0BC6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7" name="Picture 6" descr="Bus (computing) - Wikipedia">
            <a:extLst>
              <a:ext uri="{FF2B5EF4-FFF2-40B4-BE49-F238E27FC236}">
                <a16:creationId xmlns:a16="http://schemas.microsoft.com/office/drawing/2014/main" id="{0AF258FA-1973-002B-1650-64E9A50250A9}"/>
              </a:ext>
            </a:extLst>
          </p:cNvPr>
          <p:cNvPicPr>
            <a:picLocks noChangeAspect="1"/>
          </p:cNvPicPr>
          <p:nvPr/>
        </p:nvPicPr>
        <p:blipFill>
          <a:blip r:embed="rId2"/>
          <a:srcRect l="11152" r="21068" b="-3"/>
          <a:stretch>
            <a:fillRect/>
          </a:stretch>
        </p:blipFill>
        <p:spPr>
          <a:xfrm>
            <a:off x="6518833" y="932787"/>
            <a:ext cx="2481812" cy="2480799"/>
          </a:xfrm>
          <a:prstGeom prst="rect">
            <a:avLst/>
          </a:prstGeom>
        </p:spPr>
      </p:pic>
      <p:pic>
        <p:nvPicPr>
          <p:cNvPr id="5" name="Picture 4" descr="What Is a PC Bus? A Basic Definition | Tom's Hardware">
            <a:extLst>
              <a:ext uri="{FF2B5EF4-FFF2-40B4-BE49-F238E27FC236}">
                <a16:creationId xmlns:a16="http://schemas.microsoft.com/office/drawing/2014/main" id="{8E67D54B-6602-C3D6-9ADF-BE9DB5AA3A47}"/>
              </a:ext>
            </a:extLst>
          </p:cNvPr>
          <p:cNvPicPr>
            <a:picLocks noChangeAspect="1"/>
          </p:cNvPicPr>
          <p:nvPr/>
        </p:nvPicPr>
        <p:blipFill>
          <a:blip r:embed="rId3"/>
          <a:srcRect l="14670" r="19264" b="2"/>
          <a:stretch>
            <a:fillRect/>
          </a:stretch>
        </p:blipFill>
        <p:spPr>
          <a:xfrm>
            <a:off x="9056394" y="919877"/>
            <a:ext cx="2477468" cy="2493709"/>
          </a:xfrm>
          <a:prstGeom prst="rect">
            <a:avLst/>
          </a:prstGeom>
        </p:spPr>
      </p:pic>
      <p:pic>
        <p:nvPicPr>
          <p:cNvPr id="6" name="Picture 5" descr="The Bus | How the computer works? - YouTube">
            <a:extLst>
              <a:ext uri="{FF2B5EF4-FFF2-40B4-BE49-F238E27FC236}">
                <a16:creationId xmlns:a16="http://schemas.microsoft.com/office/drawing/2014/main" id="{13DD1088-C9CF-DDCA-E5BE-33E1895AAE77}"/>
              </a:ext>
            </a:extLst>
          </p:cNvPr>
          <p:cNvPicPr>
            <a:picLocks noChangeAspect="1"/>
          </p:cNvPicPr>
          <p:nvPr/>
        </p:nvPicPr>
        <p:blipFill>
          <a:blip r:embed="rId4"/>
          <a:srcRect l="4232" r="20734" b="-4"/>
          <a:stretch>
            <a:fillRect/>
          </a:stretch>
        </p:blipFill>
        <p:spPr>
          <a:xfrm>
            <a:off x="6518833" y="3470432"/>
            <a:ext cx="2481812" cy="2480799"/>
          </a:xfrm>
          <a:prstGeom prst="rect">
            <a:avLst/>
          </a:prstGeom>
        </p:spPr>
      </p:pic>
      <p:pic>
        <p:nvPicPr>
          <p:cNvPr id="4" name="Picture 3" descr="Data Bus: Definition, Function &amp; Types Guide">
            <a:extLst>
              <a:ext uri="{FF2B5EF4-FFF2-40B4-BE49-F238E27FC236}">
                <a16:creationId xmlns:a16="http://schemas.microsoft.com/office/drawing/2014/main" id="{82D4DC17-6FBB-3C4F-51F4-FC19CF2B62B2}"/>
              </a:ext>
            </a:extLst>
          </p:cNvPr>
          <p:cNvPicPr>
            <a:picLocks noChangeAspect="1"/>
          </p:cNvPicPr>
          <p:nvPr/>
        </p:nvPicPr>
        <p:blipFill>
          <a:blip r:embed="rId5"/>
          <a:srcRect l="14035" r="13310" b="-8"/>
          <a:stretch>
            <a:fillRect/>
          </a:stretch>
        </p:blipFill>
        <p:spPr>
          <a:xfrm>
            <a:off x="9056394" y="3463675"/>
            <a:ext cx="2477468" cy="2493709"/>
          </a:xfrm>
          <a:prstGeom prst="rect">
            <a:avLst/>
          </a:prstGeom>
        </p:spPr>
      </p:pic>
      <p:grpSp>
        <p:nvGrpSpPr>
          <p:cNvPr id="20" name="Group 19">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1" name="Freeform: Shape 20">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D8B5AC46-F063-9908-2314-6EF544A40049}"/>
              </a:ext>
            </a:extLst>
          </p:cNvPr>
          <p:cNvSpPr>
            <a:spLocks noGrp="1"/>
          </p:cNvSpPr>
          <p:nvPr>
            <p:ph type="title"/>
          </p:nvPr>
        </p:nvSpPr>
        <p:spPr>
          <a:xfrm>
            <a:off x="786385" y="841249"/>
            <a:ext cx="4827936" cy="2572337"/>
          </a:xfrm>
        </p:spPr>
        <p:txBody>
          <a:bodyPr anchor="b">
            <a:normAutofit/>
          </a:bodyPr>
          <a:lstStyle/>
          <a:p>
            <a:r>
              <a:rPr lang="en-US" sz="4800">
                <a:solidFill>
                  <a:schemeClr val="bg1"/>
                </a:solidFill>
                <a:latin typeface="Baskerville Old Face"/>
              </a:rPr>
              <a:t>Term 1 - Bus</a:t>
            </a:r>
          </a:p>
        </p:txBody>
      </p:sp>
      <p:sp>
        <p:nvSpPr>
          <p:cNvPr id="3" name="Content Placeholder 2">
            <a:extLst>
              <a:ext uri="{FF2B5EF4-FFF2-40B4-BE49-F238E27FC236}">
                <a16:creationId xmlns:a16="http://schemas.microsoft.com/office/drawing/2014/main" id="{F343DAB1-BB3C-4AC0-5386-7C7FCF722539}"/>
              </a:ext>
            </a:extLst>
          </p:cNvPr>
          <p:cNvSpPr>
            <a:spLocks noGrp="1"/>
          </p:cNvSpPr>
          <p:nvPr>
            <p:ph idx="1"/>
          </p:nvPr>
        </p:nvSpPr>
        <p:spPr>
          <a:xfrm>
            <a:off x="786383" y="3463675"/>
            <a:ext cx="4827936" cy="2717669"/>
          </a:xfrm>
        </p:spPr>
        <p:txBody>
          <a:bodyPr vert="horz" lIns="91440" tIns="45720" rIns="91440" bIns="45720" rtlCol="0" anchor="t">
            <a:normAutofit/>
          </a:bodyPr>
          <a:lstStyle/>
          <a:p>
            <a:r>
              <a:rPr lang="en-US" sz="1500" dirty="0">
                <a:solidFill>
                  <a:schemeClr val="bg1"/>
                </a:solidFill>
                <a:latin typeface="Times New Roman"/>
                <a:cs typeface="Times New Roman"/>
              </a:rPr>
              <a:t>A Bus is a single shared pathway in computers that distribute data or </a:t>
            </a:r>
            <a:r>
              <a:rPr lang="en-US" sz="1500" dirty="0" err="1">
                <a:solidFill>
                  <a:schemeClr val="bg1"/>
                </a:solidFill>
                <a:latin typeface="Times New Roman"/>
                <a:cs typeface="Times New Roman"/>
              </a:rPr>
              <a:t>signials</a:t>
            </a:r>
            <a:r>
              <a:rPr lang="en-US" sz="1500" dirty="0">
                <a:solidFill>
                  <a:schemeClr val="bg1"/>
                </a:solidFill>
                <a:latin typeface="Times New Roman"/>
                <a:cs typeface="Times New Roman"/>
              </a:rPr>
              <a:t> to multiple components. An Example of this can be somewhat </a:t>
            </a:r>
            <a:r>
              <a:rPr lang="en-US" sz="1500" dirty="0" err="1">
                <a:solidFill>
                  <a:schemeClr val="bg1"/>
                </a:solidFill>
                <a:latin typeface="Times New Roman"/>
                <a:cs typeface="Times New Roman"/>
              </a:rPr>
              <a:t>simmilar</a:t>
            </a:r>
            <a:r>
              <a:rPr lang="en-US" sz="1500" dirty="0">
                <a:solidFill>
                  <a:schemeClr val="bg1"/>
                </a:solidFill>
                <a:latin typeface="Times New Roman"/>
                <a:cs typeface="Times New Roman"/>
              </a:rPr>
              <a:t> to a highway, the cars, trucks, motorbikes can all be represented as either data or </a:t>
            </a:r>
            <a:r>
              <a:rPr lang="en-US" sz="1500" dirty="0" err="1">
                <a:solidFill>
                  <a:schemeClr val="bg1"/>
                </a:solidFill>
                <a:latin typeface="Times New Roman"/>
                <a:cs typeface="Times New Roman"/>
              </a:rPr>
              <a:t>signials</a:t>
            </a:r>
            <a:r>
              <a:rPr lang="en-US" sz="1500" dirty="0">
                <a:solidFill>
                  <a:schemeClr val="bg1"/>
                </a:solidFill>
                <a:latin typeface="Times New Roman"/>
                <a:cs typeface="Times New Roman"/>
              </a:rPr>
              <a:t>, and the roads can be represented as wires that transfer them to their destination. </a:t>
            </a:r>
            <a:endParaRPr lang="en-US" sz="1500" dirty="0">
              <a:solidFill>
                <a:schemeClr val="bg1"/>
              </a:solidFill>
            </a:endParaRPr>
          </a:p>
          <a:p>
            <a:r>
              <a:rPr lang="en-US" sz="1500" dirty="0">
                <a:solidFill>
                  <a:schemeClr val="bg1"/>
                </a:solidFill>
                <a:latin typeface="Times New Roman"/>
                <a:cs typeface="Times New Roman"/>
              </a:rPr>
              <a:t>There are plenty of different bus they can either be:</a:t>
            </a:r>
          </a:p>
          <a:p>
            <a:pPr lvl="1">
              <a:buFont typeface="Courier New" panose="02070309020205020404" pitchFamily="49" charset="0"/>
              <a:buChar char="o"/>
            </a:pPr>
            <a:r>
              <a:rPr lang="en-US" sz="1100" dirty="0">
                <a:solidFill>
                  <a:schemeClr val="bg1"/>
                </a:solidFill>
                <a:latin typeface="Times New Roman"/>
                <a:cs typeface="Times New Roman"/>
              </a:rPr>
              <a:t>Address Bus</a:t>
            </a:r>
          </a:p>
          <a:p>
            <a:pPr lvl="1">
              <a:buFont typeface="Courier New" panose="02070309020205020404" pitchFamily="49" charset="0"/>
              <a:buChar char="o"/>
            </a:pPr>
            <a:r>
              <a:rPr lang="en-US" sz="1100" dirty="0">
                <a:solidFill>
                  <a:schemeClr val="bg1"/>
                </a:solidFill>
                <a:latin typeface="Times New Roman"/>
                <a:cs typeface="Times New Roman"/>
              </a:rPr>
              <a:t>Data Bus</a:t>
            </a:r>
          </a:p>
          <a:p>
            <a:pPr lvl="1">
              <a:buFont typeface="Courier New" panose="02070309020205020404" pitchFamily="49" charset="0"/>
              <a:buChar char="o"/>
            </a:pPr>
            <a:r>
              <a:rPr lang="en-US" sz="1100" dirty="0">
                <a:solidFill>
                  <a:schemeClr val="bg1"/>
                </a:solidFill>
                <a:latin typeface="Times New Roman"/>
                <a:cs typeface="Times New Roman"/>
              </a:rPr>
              <a:t>Control Bus</a:t>
            </a:r>
          </a:p>
          <a:p>
            <a:pPr marL="0" indent="0">
              <a:buNone/>
            </a:pPr>
            <a:endParaRPr lang="en-US" sz="1500" dirty="0">
              <a:solidFill>
                <a:schemeClr val="bg1"/>
              </a:solidFill>
            </a:endParaRPr>
          </a:p>
        </p:txBody>
      </p:sp>
    </p:spTree>
    <p:extLst>
      <p:ext uri="{BB962C8B-B14F-4D97-AF65-F5344CB8AC3E}">
        <p14:creationId xmlns:p14="http://schemas.microsoft.com/office/powerpoint/2010/main" val="27758753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A511026-8542-4AC0-9F06-134A70850B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46"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Computer CPU | HowStuffWorks">
            <a:extLst>
              <a:ext uri="{FF2B5EF4-FFF2-40B4-BE49-F238E27FC236}">
                <a16:creationId xmlns:a16="http://schemas.microsoft.com/office/drawing/2014/main" id="{C8F744C8-1C0D-8C6C-4A23-64D9516172A3}"/>
              </a:ext>
            </a:extLst>
          </p:cNvPr>
          <p:cNvPicPr>
            <a:picLocks noChangeAspect="1"/>
          </p:cNvPicPr>
          <p:nvPr/>
        </p:nvPicPr>
        <p:blipFill>
          <a:blip r:embed="rId2">
            <a:alphaModFix amt="40000"/>
          </a:blip>
          <a:srcRect r="444"/>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3494B61C-7F17-4641-B8DC-54CCBB63CECC}"/>
              </a:ext>
            </a:extLst>
          </p:cNvPr>
          <p:cNvSpPr>
            <a:spLocks noGrp="1"/>
          </p:cNvSpPr>
          <p:nvPr>
            <p:ph type="title"/>
          </p:nvPr>
        </p:nvSpPr>
        <p:spPr>
          <a:xfrm>
            <a:off x="971368" y="371719"/>
            <a:ext cx="6125964" cy="1906863"/>
          </a:xfrm>
        </p:spPr>
        <p:txBody>
          <a:bodyPr anchor="b">
            <a:normAutofit/>
          </a:bodyPr>
          <a:lstStyle/>
          <a:p>
            <a:r>
              <a:rPr lang="en-US">
                <a:latin typeface="Baskerville Old Face"/>
              </a:rPr>
              <a:t>Term 2 – CPU (Central Processing Unit)</a:t>
            </a:r>
          </a:p>
        </p:txBody>
      </p:sp>
      <p:sp>
        <p:nvSpPr>
          <p:cNvPr id="3" name="Content Placeholder 2">
            <a:extLst>
              <a:ext uri="{FF2B5EF4-FFF2-40B4-BE49-F238E27FC236}">
                <a16:creationId xmlns:a16="http://schemas.microsoft.com/office/drawing/2014/main" id="{84A72235-2B1C-4B07-8607-7C2C03D2BF8F}"/>
              </a:ext>
            </a:extLst>
          </p:cNvPr>
          <p:cNvSpPr>
            <a:spLocks noGrp="1"/>
          </p:cNvSpPr>
          <p:nvPr>
            <p:ph idx="1"/>
          </p:nvPr>
        </p:nvSpPr>
        <p:spPr>
          <a:xfrm>
            <a:off x="971368" y="2711395"/>
            <a:ext cx="4114801" cy="3465568"/>
          </a:xfrm>
        </p:spPr>
        <p:txBody>
          <a:bodyPr vert="horz" lIns="91440" tIns="45720" rIns="91440" bIns="45720" rtlCol="0">
            <a:normAutofit/>
          </a:bodyPr>
          <a:lstStyle/>
          <a:p>
            <a:r>
              <a:rPr lang="en-US" sz="1600" dirty="0">
                <a:latin typeface="Times New Roman"/>
                <a:cs typeface="Times New Roman"/>
              </a:rPr>
              <a:t> The term CPU in its long word for is known as the "Central Processing Unit". This part in a computer is one of its most important parts. Just like humans need brains to operate, computers do too. The CPU is the brains of a computer where is calculates calculations. This makes a computer one of the core elements in a computer. Inside </a:t>
            </a:r>
            <a:r>
              <a:rPr lang="en-US" sz="1600" dirty="0" err="1">
                <a:latin typeface="Times New Roman"/>
                <a:cs typeface="Times New Roman"/>
              </a:rPr>
              <a:t>ther</a:t>
            </a:r>
            <a:r>
              <a:rPr lang="en-US" sz="1600" dirty="0">
                <a:latin typeface="Times New Roman"/>
                <a:cs typeface="Times New Roman"/>
              </a:rPr>
              <a:t> is a ALU which is the reason why the CPU is able to calculate </a:t>
            </a:r>
            <a:r>
              <a:rPr lang="en-US" sz="1600" dirty="0" err="1">
                <a:latin typeface="Times New Roman"/>
                <a:cs typeface="Times New Roman"/>
              </a:rPr>
              <a:t>arthermetic</a:t>
            </a:r>
            <a:r>
              <a:rPr lang="en-US" sz="1600" dirty="0">
                <a:latin typeface="Times New Roman"/>
                <a:cs typeface="Times New Roman"/>
              </a:rPr>
              <a:t> operations and logical operations. Moreover, the CU (Control Unit) decodes information given by the instruction and execute the command given. When on large machines multiple CPU's are installed, on a small computer only one is installed.</a:t>
            </a:r>
            <a:endParaRPr lang="en-US" sz="1600" dirty="0"/>
          </a:p>
        </p:txBody>
      </p:sp>
      <p:pic>
        <p:nvPicPr>
          <p:cNvPr id="4" name="Picture 3" descr="What Is a CPU? a Guide to Your Computer's 'Brain'">
            <a:extLst>
              <a:ext uri="{FF2B5EF4-FFF2-40B4-BE49-F238E27FC236}">
                <a16:creationId xmlns:a16="http://schemas.microsoft.com/office/drawing/2014/main" id="{4AFCC9E3-41B3-AF77-1BC6-97E3F36E299F}"/>
              </a:ext>
            </a:extLst>
          </p:cNvPr>
          <p:cNvPicPr>
            <a:picLocks noChangeAspect="1"/>
          </p:cNvPicPr>
          <p:nvPr/>
        </p:nvPicPr>
        <p:blipFill>
          <a:blip r:embed="rId3"/>
          <a:srcRect l="11510" r="-4" b="-4"/>
          <a:stretch>
            <a:fillRect/>
          </a:stretch>
        </p:blipFill>
        <p:spPr>
          <a:xfrm>
            <a:off x="8452963" y="3681463"/>
            <a:ext cx="3747932" cy="3176541"/>
          </a:xfrm>
          <a:custGeom>
            <a:avLst/>
            <a:gdLst/>
            <a:ahLst/>
            <a:cxnLst/>
            <a:rect l="l" t="t" r="r" b="b"/>
            <a:pathLst>
              <a:path w="3747932" h="3176541">
                <a:moveTo>
                  <a:pt x="3239865" y="21"/>
                </a:moveTo>
                <a:cubicBezTo>
                  <a:pt x="3261821" y="112"/>
                  <a:pt x="3278837" y="498"/>
                  <a:pt x="3290337" y="938"/>
                </a:cubicBezTo>
                <a:cubicBezTo>
                  <a:pt x="3401766" y="5376"/>
                  <a:pt x="3510165" y="23128"/>
                  <a:pt x="3616543" y="49449"/>
                </a:cubicBezTo>
                <a:lnTo>
                  <a:pt x="3747932" y="87091"/>
                </a:lnTo>
                <a:lnTo>
                  <a:pt x="3747932" y="3176541"/>
                </a:lnTo>
                <a:lnTo>
                  <a:pt x="401358" y="3176541"/>
                </a:lnTo>
                <a:lnTo>
                  <a:pt x="398780" y="3136258"/>
                </a:lnTo>
                <a:cubicBezTo>
                  <a:pt x="400956" y="3079023"/>
                  <a:pt x="437945" y="3052703"/>
                  <a:pt x="483325" y="3030665"/>
                </a:cubicBezTo>
                <a:cubicBezTo>
                  <a:pt x="498866" y="3023015"/>
                  <a:pt x="520932" y="3023320"/>
                  <a:pt x="526840" y="2999447"/>
                </a:cubicBezTo>
                <a:cubicBezTo>
                  <a:pt x="501352" y="2976798"/>
                  <a:pt x="470270" y="2995161"/>
                  <a:pt x="442916" y="2988735"/>
                </a:cubicBezTo>
                <a:cubicBezTo>
                  <a:pt x="420228" y="2983533"/>
                  <a:pt x="382618" y="2986286"/>
                  <a:pt x="413701" y="2944662"/>
                </a:cubicBezTo>
                <a:cubicBezTo>
                  <a:pt x="422716" y="2932726"/>
                  <a:pt x="412147" y="2923542"/>
                  <a:pt x="400645" y="2922625"/>
                </a:cubicBezTo>
                <a:cubicBezTo>
                  <a:pt x="308644" y="2913137"/>
                  <a:pt x="350915" y="2828968"/>
                  <a:pt x="321386" y="2784590"/>
                </a:cubicBezTo>
                <a:cubicBezTo>
                  <a:pt x="313307" y="2772348"/>
                  <a:pt x="322010" y="2751230"/>
                  <a:pt x="334753" y="2746027"/>
                </a:cubicBezTo>
                <a:cubicBezTo>
                  <a:pt x="416187" y="2711746"/>
                  <a:pt x="427377" y="2630027"/>
                  <a:pt x="466852" y="2559632"/>
                </a:cubicBezTo>
                <a:cubicBezTo>
                  <a:pt x="423957" y="2531782"/>
                  <a:pt x="372673" y="2525661"/>
                  <a:pt x="326361" y="2507602"/>
                </a:cubicBezTo>
                <a:cubicBezTo>
                  <a:pt x="278183" y="2488626"/>
                  <a:pt x="278183" y="2474547"/>
                  <a:pt x="317968" y="2419457"/>
                </a:cubicBezTo>
                <a:cubicBezTo>
                  <a:pt x="214465" y="2407519"/>
                  <a:pt x="214465" y="2407519"/>
                  <a:pt x="246479" y="2320903"/>
                </a:cubicBezTo>
                <a:cubicBezTo>
                  <a:pt x="159758" y="2312945"/>
                  <a:pt x="102570" y="2271933"/>
                  <a:pt x="89205" y="2182255"/>
                </a:cubicBezTo>
                <a:cubicBezTo>
                  <a:pt x="82677" y="2138795"/>
                  <a:pt x="43514" y="2118290"/>
                  <a:pt x="0" y="2089213"/>
                </a:cubicBezTo>
                <a:cubicBezTo>
                  <a:pt x="54081" y="2061053"/>
                  <a:pt x="90759" y="2002290"/>
                  <a:pt x="153855" y="2064423"/>
                </a:cubicBezTo>
                <a:cubicBezTo>
                  <a:pt x="176855" y="2087070"/>
                  <a:pt x="174683" y="2058300"/>
                  <a:pt x="177788" y="2050037"/>
                </a:cubicBezTo>
                <a:cubicBezTo>
                  <a:pt x="185247" y="2029838"/>
                  <a:pt x="169707" y="2016369"/>
                  <a:pt x="159450" y="2001067"/>
                </a:cubicBezTo>
                <a:cubicBezTo>
                  <a:pt x="149504" y="1985763"/>
                  <a:pt x="137691" y="1969543"/>
                  <a:pt x="134895" y="1952400"/>
                </a:cubicBezTo>
                <a:cubicBezTo>
                  <a:pt x="133031" y="1940465"/>
                  <a:pt x="142044" y="1923021"/>
                  <a:pt x="151990" y="1914144"/>
                </a:cubicBezTo>
                <a:cubicBezTo>
                  <a:pt x="204209" y="1867316"/>
                  <a:pt x="173127" y="1762030"/>
                  <a:pt x="271969" y="1748562"/>
                </a:cubicBezTo>
                <a:cubicBezTo>
                  <a:pt x="316415" y="1742443"/>
                  <a:pt x="337860" y="1703878"/>
                  <a:pt x="370497" y="1682760"/>
                </a:cubicBezTo>
                <a:cubicBezTo>
                  <a:pt x="483946" y="1608999"/>
                  <a:pt x="559787" y="1514119"/>
                  <a:pt x="594908" y="1383735"/>
                </a:cubicBezTo>
                <a:cubicBezTo>
                  <a:pt x="604543" y="1347620"/>
                  <a:pt x="641532" y="1318542"/>
                  <a:pt x="665465" y="1286713"/>
                </a:cubicBezTo>
                <a:cubicBezTo>
                  <a:pt x="653963" y="1263452"/>
                  <a:pt x="591178" y="1313647"/>
                  <a:pt x="613246" y="1252435"/>
                </a:cubicBezTo>
                <a:cubicBezTo>
                  <a:pt x="630030" y="1206524"/>
                  <a:pt x="672925" y="1178060"/>
                  <a:pt x="713332" y="1150820"/>
                </a:cubicBezTo>
                <a:cubicBezTo>
                  <a:pt x="759333" y="1119908"/>
                  <a:pt x="810307" y="1095117"/>
                  <a:pt x="831133" y="1037883"/>
                </a:cubicBezTo>
                <a:cubicBezTo>
                  <a:pt x="835485" y="1025640"/>
                  <a:pt x="849470" y="1012785"/>
                  <a:pt x="861903" y="1007887"/>
                </a:cubicBezTo>
                <a:cubicBezTo>
                  <a:pt x="1469751" y="63584"/>
                  <a:pt x="2910527" y="-1353"/>
                  <a:pt x="3239865" y="21"/>
                </a:cubicBezTo>
                <a:close/>
              </a:path>
            </a:pathLst>
          </a:custGeom>
        </p:spPr>
      </p:pic>
      <p:pic>
        <p:nvPicPr>
          <p:cNvPr id="5" name="Picture 4" descr="What is a CPU? All about processors">
            <a:extLst>
              <a:ext uri="{FF2B5EF4-FFF2-40B4-BE49-F238E27FC236}">
                <a16:creationId xmlns:a16="http://schemas.microsoft.com/office/drawing/2014/main" id="{8B306354-7E7E-1426-10EE-B18D731A5DA7}"/>
              </a:ext>
            </a:extLst>
          </p:cNvPr>
          <p:cNvPicPr>
            <a:picLocks noChangeAspect="1"/>
          </p:cNvPicPr>
          <p:nvPr/>
        </p:nvPicPr>
        <p:blipFill>
          <a:blip r:embed="rId4"/>
          <a:srcRect l="17237" r="16359" b="2"/>
          <a:stretch>
            <a:fillRect/>
          </a:stretch>
        </p:blipFill>
        <p:spPr>
          <a:xfrm>
            <a:off x="5398281" y="2457970"/>
            <a:ext cx="3458367" cy="3476265"/>
          </a:xfrm>
          <a:custGeom>
            <a:avLst/>
            <a:gdLst/>
            <a:ahLst/>
            <a:cxnLst/>
            <a:rect l="l" t="t" r="r" b="b"/>
            <a:pathLst>
              <a:path w="3458367" h="3476265">
                <a:moveTo>
                  <a:pt x="549716" y="15"/>
                </a:moveTo>
                <a:cubicBezTo>
                  <a:pt x="557611" y="271"/>
                  <a:pt x="565778" y="3856"/>
                  <a:pt x="573176" y="4995"/>
                </a:cubicBezTo>
                <a:cubicBezTo>
                  <a:pt x="736504" y="30493"/>
                  <a:pt x="899830" y="58040"/>
                  <a:pt x="1063336" y="82398"/>
                </a:cubicBezTo>
                <a:cubicBezTo>
                  <a:pt x="1216195" y="105163"/>
                  <a:pt x="1370136" y="110398"/>
                  <a:pt x="1523717" y="122237"/>
                </a:cubicBezTo>
                <a:cubicBezTo>
                  <a:pt x="1709602" y="136580"/>
                  <a:pt x="1895127" y="156841"/>
                  <a:pt x="2079929" y="188711"/>
                </a:cubicBezTo>
                <a:cubicBezTo>
                  <a:pt x="2208244" y="211023"/>
                  <a:pt x="2337823" y="226502"/>
                  <a:pt x="2467943" y="208745"/>
                </a:cubicBezTo>
                <a:cubicBezTo>
                  <a:pt x="2474439" y="207834"/>
                  <a:pt x="2481839" y="204876"/>
                  <a:pt x="2487253" y="207834"/>
                </a:cubicBezTo>
                <a:cubicBezTo>
                  <a:pt x="2550419" y="241073"/>
                  <a:pt x="2619357" y="217168"/>
                  <a:pt x="2684869" y="238113"/>
                </a:cubicBezTo>
                <a:cubicBezTo>
                  <a:pt x="2668085" y="318930"/>
                  <a:pt x="2596077" y="312327"/>
                  <a:pt x="2555471" y="368331"/>
                </a:cubicBezTo>
                <a:cubicBezTo>
                  <a:pt x="2621704" y="390639"/>
                  <a:pt x="2681259" y="413178"/>
                  <a:pt x="2741717" y="430023"/>
                </a:cubicBezTo>
                <a:cubicBezTo>
                  <a:pt x="2805785" y="447780"/>
                  <a:pt x="2860106" y="495816"/>
                  <a:pt x="2922728" y="517216"/>
                </a:cubicBezTo>
                <a:cubicBezTo>
                  <a:pt x="2936085" y="521769"/>
                  <a:pt x="2952146" y="537704"/>
                  <a:pt x="2956838" y="553184"/>
                </a:cubicBezTo>
                <a:cubicBezTo>
                  <a:pt x="2971997" y="603269"/>
                  <a:pt x="3274647" y="743732"/>
                  <a:pt x="3238914" y="788350"/>
                </a:cubicBezTo>
                <a:cubicBezTo>
                  <a:pt x="3224116" y="806791"/>
                  <a:pt x="3204986" y="819994"/>
                  <a:pt x="3184953" y="838207"/>
                </a:cubicBezTo>
                <a:cubicBezTo>
                  <a:pt x="3215093" y="872582"/>
                  <a:pt x="3249020" y="887608"/>
                  <a:pt x="3285115" y="897852"/>
                </a:cubicBezTo>
                <a:cubicBezTo>
                  <a:pt x="3295944" y="901039"/>
                  <a:pt x="3306591" y="907413"/>
                  <a:pt x="3307674" y="922894"/>
                </a:cubicBezTo>
                <a:cubicBezTo>
                  <a:pt x="3308757" y="939056"/>
                  <a:pt x="3297748" y="945429"/>
                  <a:pt x="3288544" y="952944"/>
                </a:cubicBezTo>
                <a:cubicBezTo>
                  <a:pt x="3275731" y="963415"/>
                  <a:pt x="3263278" y="972523"/>
                  <a:pt x="3247036" y="973888"/>
                </a:cubicBezTo>
                <a:cubicBezTo>
                  <a:pt x="3220325" y="975937"/>
                  <a:pt x="3207513" y="1005076"/>
                  <a:pt x="3191993" y="1026930"/>
                </a:cubicBezTo>
                <a:cubicBezTo>
                  <a:pt x="3183330" y="1039224"/>
                  <a:pt x="3178998" y="1064037"/>
                  <a:pt x="3194157" y="1068363"/>
                </a:cubicBezTo>
                <a:cubicBezTo>
                  <a:pt x="3230613" y="1078837"/>
                  <a:pt x="3227725" y="1109114"/>
                  <a:pt x="3226824" y="1143489"/>
                </a:cubicBezTo>
                <a:cubicBezTo>
                  <a:pt x="3225560" y="1186061"/>
                  <a:pt x="3204083" y="1205638"/>
                  <a:pt x="3177734" y="1222030"/>
                </a:cubicBezTo>
                <a:cubicBezTo>
                  <a:pt x="3168711" y="1227720"/>
                  <a:pt x="3155898" y="1227493"/>
                  <a:pt x="3152469" y="1245250"/>
                </a:cubicBezTo>
                <a:cubicBezTo>
                  <a:pt x="3167267" y="1262097"/>
                  <a:pt x="3185314" y="1248439"/>
                  <a:pt x="3201197" y="1253218"/>
                </a:cubicBezTo>
                <a:cubicBezTo>
                  <a:pt x="3214370" y="1257088"/>
                  <a:pt x="3236208" y="1255040"/>
                  <a:pt x="3218160" y="1286000"/>
                </a:cubicBezTo>
                <a:cubicBezTo>
                  <a:pt x="3212926" y="1294878"/>
                  <a:pt x="3219062" y="1301709"/>
                  <a:pt x="3225741" y="1302392"/>
                </a:cubicBezTo>
                <a:cubicBezTo>
                  <a:pt x="3279159" y="1309449"/>
                  <a:pt x="3254615" y="1372054"/>
                  <a:pt x="3271761" y="1405063"/>
                </a:cubicBezTo>
                <a:cubicBezTo>
                  <a:pt x="3276452" y="1414169"/>
                  <a:pt x="3271399" y="1429877"/>
                  <a:pt x="3263999" y="1433747"/>
                </a:cubicBezTo>
                <a:cubicBezTo>
                  <a:pt x="3216716" y="1459245"/>
                  <a:pt x="3210220" y="1520028"/>
                  <a:pt x="3187299" y="1572389"/>
                </a:cubicBezTo>
                <a:cubicBezTo>
                  <a:pt x="3212205" y="1593104"/>
                  <a:pt x="3241982" y="1597657"/>
                  <a:pt x="3268872" y="1611089"/>
                </a:cubicBezTo>
                <a:cubicBezTo>
                  <a:pt x="3296846" y="1625204"/>
                  <a:pt x="3296846" y="1635676"/>
                  <a:pt x="3273746" y="1676653"/>
                </a:cubicBezTo>
                <a:cubicBezTo>
                  <a:pt x="3333842" y="1685532"/>
                  <a:pt x="3333842" y="1685532"/>
                  <a:pt x="3315254" y="1749957"/>
                </a:cubicBezTo>
                <a:cubicBezTo>
                  <a:pt x="3365607" y="1755877"/>
                  <a:pt x="3398812" y="1786382"/>
                  <a:pt x="3406572" y="1853085"/>
                </a:cubicBezTo>
                <a:cubicBezTo>
                  <a:pt x="3410362" y="1885411"/>
                  <a:pt x="3433101" y="1900663"/>
                  <a:pt x="3458367" y="1922291"/>
                </a:cubicBezTo>
                <a:cubicBezTo>
                  <a:pt x="3426966" y="1943236"/>
                  <a:pt x="3405669" y="1986945"/>
                  <a:pt x="3369034" y="1940730"/>
                </a:cubicBezTo>
                <a:cubicBezTo>
                  <a:pt x="3355680" y="1923885"/>
                  <a:pt x="3356941" y="1945284"/>
                  <a:pt x="3355138" y="1951430"/>
                </a:cubicBezTo>
                <a:cubicBezTo>
                  <a:pt x="3350807" y="1966455"/>
                  <a:pt x="3359830" y="1976472"/>
                  <a:pt x="3365786" y="1987854"/>
                </a:cubicBezTo>
                <a:cubicBezTo>
                  <a:pt x="3371561" y="1999237"/>
                  <a:pt x="3378420" y="2011302"/>
                  <a:pt x="3380043" y="2024054"/>
                </a:cubicBezTo>
                <a:cubicBezTo>
                  <a:pt x="3381125" y="2032931"/>
                  <a:pt x="3375892" y="2045905"/>
                  <a:pt x="3370117" y="2052509"/>
                </a:cubicBezTo>
                <a:cubicBezTo>
                  <a:pt x="3339797" y="2087340"/>
                  <a:pt x="3357844" y="2165652"/>
                  <a:pt x="3300454" y="2175670"/>
                </a:cubicBezTo>
                <a:cubicBezTo>
                  <a:pt x="3274647" y="2180221"/>
                  <a:pt x="3262195" y="2208906"/>
                  <a:pt x="3243246" y="2224614"/>
                </a:cubicBezTo>
                <a:cubicBezTo>
                  <a:pt x="3177374" y="2279478"/>
                  <a:pt x="3133338" y="2350051"/>
                  <a:pt x="3112946" y="2447031"/>
                </a:cubicBezTo>
                <a:cubicBezTo>
                  <a:pt x="3107352" y="2473894"/>
                  <a:pt x="3085875" y="2495522"/>
                  <a:pt x="3071979" y="2519197"/>
                </a:cubicBezTo>
                <a:cubicBezTo>
                  <a:pt x="3078657" y="2536499"/>
                  <a:pt x="3115112" y="2499164"/>
                  <a:pt x="3102298" y="2544694"/>
                </a:cubicBezTo>
                <a:cubicBezTo>
                  <a:pt x="3092553" y="2578843"/>
                  <a:pt x="3067647" y="2600014"/>
                  <a:pt x="3044185" y="2620276"/>
                </a:cubicBezTo>
                <a:cubicBezTo>
                  <a:pt x="3017476" y="2643268"/>
                  <a:pt x="2987879" y="2661708"/>
                  <a:pt x="2975787" y="2704279"/>
                </a:cubicBezTo>
                <a:cubicBezTo>
                  <a:pt x="2973260" y="2713386"/>
                  <a:pt x="2965140" y="2722947"/>
                  <a:pt x="2957921" y="2726591"/>
                </a:cubicBezTo>
                <a:cubicBezTo>
                  <a:pt x="2581458" y="3475797"/>
                  <a:pt x="1654740" y="3480805"/>
                  <a:pt x="1547901" y="3475568"/>
                </a:cubicBezTo>
                <a:cubicBezTo>
                  <a:pt x="1418503" y="3468966"/>
                  <a:pt x="1296143" y="3422753"/>
                  <a:pt x="1176132" y="3365156"/>
                </a:cubicBezTo>
                <a:cubicBezTo>
                  <a:pt x="1125418" y="3340797"/>
                  <a:pt x="1078316" y="3306195"/>
                  <a:pt x="1029045" y="3279332"/>
                </a:cubicBezTo>
                <a:cubicBezTo>
                  <a:pt x="961009" y="3242223"/>
                  <a:pt x="908492" y="3171424"/>
                  <a:pt x="840634" y="3141601"/>
                </a:cubicBezTo>
                <a:cubicBezTo>
                  <a:pt x="770793" y="3110867"/>
                  <a:pt x="711057" y="3054638"/>
                  <a:pt x="639229" y="3030734"/>
                </a:cubicBezTo>
                <a:cubicBezTo>
                  <a:pt x="601330" y="3017985"/>
                  <a:pt x="564695" y="2994993"/>
                  <a:pt x="570649" y="2929200"/>
                </a:cubicBezTo>
                <a:cubicBezTo>
                  <a:pt x="572274" y="2910532"/>
                  <a:pt x="562349" y="2895282"/>
                  <a:pt x="546647" y="2900745"/>
                </a:cubicBezTo>
                <a:cubicBezTo>
                  <a:pt x="516690" y="2910989"/>
                  <a:pt x="503154" y="2883898"/>
                  <a:pt x="486550" y="2863636"/>
                </a:cubicBezTo>
                <a:cubicBezTo>
                  <a:pt x="456953" y="2827667"/>
                  <a:pt x="428801" y="2789422"/>
                  <a:pt x="381697" y="2783503"/>
                </a:cubicBezTo>
                <a:cubicBezTo>
                  <a:pt x="390720" y="2755272"/>
                  <a:pt x="406060" y="2759371"/>
                  <a:pt x="420137" y="2765290"/>
                </a:cubicBezTo>
                <a:cubicBezTo>
                  <a:pt x="457133" y="2780772"/>
                  <a:pt x="493769" y="2798300"/>
                  <a:pt x="530765" y="2813781"/>
                </a:cubicBezTo>
                <a:cubicBezTo>
                  <a:pt x="554948" y="2823799"/>
                  <a:pt x="578952" y="2837912"/>
                  <a:pt x="611257" y="2826755"/>
                </a:cubicBezTo>
                <a:cubicBezTo>
                  <a:pt x="583463" y="2769843"/>
                  <a:pt x="536180" y="2759598"/>
                  <a:pt x="497920" y="2742071"/>
                </a:cubicBezTo>
                <a:cubicBezTo>
                  <a:pt x="450096" y="2719988"/>
                  <a:pt x="421942" y="2678326"/>
                  <a:pt x="388193" y="2631885"/>
                </a:cubicBezTo>
                <a:cubicBezTo>
                  <a:pt x="423386" y="2620730"/>
                  <a:pt x="445223" y="2654879"/>
                  <a:pt x="472834" y="2653056"/>
                </a:cubicBezTo>
                <a:cubicBezTo>
                  <a:pt x="474279" y="2647140"/>
                  <a:pt x="476804" y="2638488"/>
                  <a:pt x="476444" y="2638259"/>
                </a:cubicBezTo>
                <a:cubicBezTo>
                  <a:pt x="431326" y="2612763"/>
                  <a:pt x="410211" y="2564956"/>
                  <a:pt x="403173" y="2507131"/>
                </a:cubicBezTo>
                <a:cubicBezTo>
                  <a:pt x="399563" y="2477310"/>
                  <a:pt x="383140" y="2467976"/>
                  <a:pt x="366897" y="2454316"/>
                </a:cubicBezTo>
                <a:cubicBezTo>
                  <a:pt x="310230" y="2405826"/>
                  <a:pt x="250314" y="2361890"/>
                  <a:pt x="203752" y="2295188"/>
                </a:cubicBezTo>
                <a:cubicBezTo>
                  <a:pt x="257532" y="2304066"/>
                  <a:pt x="300665" y="2347547"/>
                  <a:pt x="358597" y="2366215"/>
                </a:cubicBezTo>
                <a:cubicBezTo>
                  <a:pt x="312577" y="2292910"/>
                  <a:pt x="253020" y="2255803"/>
                  <a:pt x="198698" y="2211409"/>
                </a:cubicBezTo>
                <a:cubicBezTo>
                  <a:pt x="173974" y="2191149"/>
                  <a:pt x="151055" y="2165197"/>
                  <a:pt x="121097" y="2154269"/>
                </a:cubicBezTo>
                <a:cubicBezTo>
                  <a:pt x="110448" y="2150400"/>
                  <a:pt x="92943" y="2142204"/>
                  <a:pt x="101425" y="2120577"/>
                </a:cubicBezTo>
                <a:cubicBezTo>
                  <a:pt x="108643" y="2102593"/>
                  <a:pt x="122900" y="2108055"/>
                  <a:pt x="135895" y="2113292"/>
                </a:cubicBezTo>
                <a:cubicBezTo>
                  <a:pt x="167116" y="2126269"/>
                  <a:pt x="199421" y="2126495"/>
                  <a:pt x="241652" y="2126269"/>
                </a:cubicBezTo>
                <a:cubicBezTo>
                  <a:pt x="206279" y="2066851"/>
                  <a:pt x="141489" y="2084608"/>
                  <a:pt x="111170" y="2022231"/>
                </a:cubicBezTo>
                <a:cubicBezTo>
                  <a:pt x="149069" y="2011302"/>
                  <a:pt x="178305" y="2033841"/>
                  <a:pt x="208987" y="2038166"/>
                </a:cubicBezTo>
                <a:cubicBezTo>
                  <a:pt x="236777" y="2042036"/>
                  <a:pt x="243636" y="2031565"/>
                  <a:pt x="237139" y="1997188"/>
                </a:cubicBezTo>
                <a:cubicBezTo>
                  <a:pt x="227034" y="1943690"/>
                  <a:pt x="242193" y="1916371"/>
                  <a:pt x="282618" y="1930941"/>
                </a:cubicBezTo>
                <a:cubicBezTo>
                  <a:pt x="320155" y="1944601"/>
                  <a:pt x="324125" y="1924568"/>
                  <a:pt x="314019" y="1894062"/>
                </a:cubicBezTo>
                <a:cubicBezTo>
                  <a:pt x="299582" y="1849671"/>
                  <a:pt x="316004" y="1815295"/>
                  <a:pt x="327194" y="1777960"/>
                </a:cubicBezTo>
                <a:cubicBezTo>
                  <a:pt x="344339" y="1721045"/>
                  <a:pt x="337121" y="1693272"/>
                  <a:pt x="300123" y="1650929"/>
                </a:cubicBezTo>
                <a:cubicBezTo>
                  <a:pt x="279370" y="1627251"/>
                  <a:pt x="256992" y="1607219"/>
                  <a:pt x="226852" y="1586731"/>
                </a:cubicBezTo>
                <a:cubicBezTo>
                  <a:pt x="296334" y="1575576"/>
                  <a:pt x="223423" y="1538013"/>
                  <a:pt x="247968" y="1514564"/>
                </a:cubicBezTo>
                <a:cubicBezTo>
                  <a:pt x="297056" y="1505003"/>
                  <a:pt x="337121" y="1579673"/>
                  <a:pt x="403895" y="1558274"/>
                </a:cubicBezTo>
                <a:cubicBezTo>
                  <a:pt x="321420" y="1493619"/>
                  <a:pt x="230281" y="1472448"/>
                  <a:pt x="170546" y="1386396"/>
                </a:cubicBezTo>
                <a:cubicBezTo>
                  <a:pt x="184261" y="1366817"/>
                  <a:pt x="197977" y="1385030"/>
                  <a:pt x="209707" y="1377746"/>
                </a:cubicBezTo>
                <a:cubicBezTo>
                  <a:pt x="209346" y="1373192"/>
                  <a:pt x="210250" y="1366362"/>
                  <a:pt x="208083" y="1364314"/>
                </a:cubicBezTo>
                <a:cubicBezTo>
                  <a:pt x="163508" y="1317416"/>
                  <a:pt x="162784" y="1316279"/>
                  <a:pt x="210610" y="1281675"/>
                </a:cubicBezTo>
                <a:cubicBezTo>
                  <a:pt x="227394" y="1269609"/>
                  <a:pt x="225950" y="1258909"/>
                  <a:pt x="217108" y="1243657"/>
                </a:cubicBezTo>
                <a:cubicBezTo>
                  <a:pt x="210790" y="1232957"/>
                  <a:pt x="203211" y="1223395"/>
                  <a:pt x="206820" y="1199947"/>
                </a:cubicBezTo>
                <a:cubicBezTo>
                  <a:pt x="232988" y="1229998"/>
                  <a:pt x="359499" y="1220208"/>
                  <a:pt x="381877" y="1217021"/>
                </a:cubicBezTo>
                <a:cubicBezTo>
                  <a:pt x="406963" y="1213607"/>
                  <a:pt x="431688" y="1199037"/>
                  <a:pt x="458035" y="1207003"/>
                </a:cubicBezTo>
                <a:cubicBezTo>
                  <a:pt x="479150" y="1213381"/>
                  <a:pt x="576966" y="1275073"/>
                  <a:pt x="590863" y="1204273"/>
                </a:cubicBezTo>
                <a:cubicBezTo>
                  <a:pt x="591585" y="1200858"/>
                  <a:pt x="631107" y="1208826"/>
                  <a:pt x="652403" y="1212696"/>
                </a:cubicBezTo>
                <a:cubicBezTo>
                  <a:pt x="671172" y="1215883"/>
                  <a:pt x="692288" y="1229998"/>
                  <a:pt x="704920" y="1201769"/>
                </a:cubicBezTo>
                <a:cubicBezTo>
                  <a:pt x="712320" y="1185150"/>
                  <a:pt x="681820" y="1153051"/>
                  <a:pt x="654569" y="1150320"/>
                </a:cubicBezTo>
                <a:cubicBezTo>
                  <a:pt x="630926" y="1147814"/>
                  <a:pt x="606202" y="1144172"/>
                  <a:pt x="583643" y="1151001"/>
                </a:cubicBezTo>
                <a:cubicBezTo>
                  <a:pt x="555852" y="1159198"/>
                  <a:pt x="540873" y="1145995"/>
                  <a:pt x="533111" y="1117538"/>
                </a:cubicBezTo>
                <a:cubicBezTo>
                  <a:pt x="524450" y="1086122"/>
                  <a:pt x="507845" y="1071550"/>
                  <a:pt x="484926" y="1056980"/>
                </a:cubicBezTo>
                <a:cubicBezTo>
                  <a:pt x="429340" y="1021696"/>
                  <a:pt x="375921" y="980946"/>
                  <a:pt x="314922" y="960456"/>
                </a:cubicBezTo>
                <a:cubicBezTo>
                  <a:pt x="302830" y="956358"/>
                  <a:pt x="289476" y="950894"/>
                  <a:pt x="283881" y="923805"/>
                </a:cubicBezTo>
                <a:cubicBezTo>
                  <a:pt x="449013" y="964326"/>
                  <a:pt x="599526" y="1069958"/>
                  <a:pt x="769890" y="1063811"/>
                </a:cubicBezTo>
                <a:cubicBezTo>
                  <a:pt x="723329" y="1030346"/>
                  <a:pt x="669369" y="1028524"/>
                  <a:pt x="619738" y="1005076"/>
                </a:cubicBezTo>
                <a:cubicBezTo>
                  <a:pt x="654930" y="987546"/>
                  <a:pt x="687956" y="1005759"/>
                  <a:pt x="721344" y="1015777"/>
                </a:cubicBezTo>
                <a:cubicBezTo>
                  <a:pt x="749317" y="1023970"/>
                  <a:pt x="774583" y="1025337"/>
                  <a:pt x="777650" y="976393"/>
                </a:cubicBezTo>
                <a:cubicBezTo>
                  <a:pt x="776566" y="973205"/>
                  <a:pt x="776747" y="969107"/>
                  <a:pt x="776929" y="965238"/>
                </a:cubicBezTo>
                <a:cubicBezTo>
                  <a:pt x="767542" y="944976"/>
                  <a:pt x="752926" y="934504"/>
                  <a:pt x="735601" y="928584"/>
                </a:cubicBezTo>
                <a:cubicBezTo>
                  <a:pt x="725133" y="924942"/>
                  <a:pt x="711237" y="919478"/>
                  <a:pt x="711416" y="904909"/>
                </a:cubicBezTo>
                <a:cubicBezTo>
                  <a:pt x="711958" y="850955"/>
                  <a:pt x="678571" y="835246"/>
                  <a:pt x="645185" y="819539"/>
                </a:cubicBezTo>
                <a:cubicBezTo>
                  <a:pt x="663773" y="792676"/>
                  <a:pt x="678391" y="812481"/>
                  <a:pt x="692468" y="810433"/>
                </a:cubicBezTo>
                <a:cubicBezTo>
                  <a:pt x="701672" y="809067"/>
                  <a:pt x="709973" y="806563"/>
                  <a:pt x="709973" y="792676"/>
                </a:cubicBezTo>
                <a:cubicBezTo>
                  <a:pt x="710154" y="781065"/>
                  <a:pt x="705822" y="767861"/>
                  <a:pt x="696799" y="767635"/>
                </a:cubicBezTo>
                <a:cubicBezTo>
                  <a:pt x="640312" y="765585"/>
                  <a:pt x="609090" y="690914"/>
                  <a:pt x="550437" y="690687"/>
                </a:cubicBezTo>
                <a:cubicBezTo>
                  <a:pt x="515425" y="690687"/>
                  <a:pt x="568666" y="648572"/>
                  <a:pt x="539068" y="631042"/>
                </a:cubicBezTo>
                <a:cubicBezTo>
                  <a:pt x="532570" y="627171"/>
                  <a:pt x="556032" y="621254"/>
                  <a:pt x="566500" y="622164"/>
                </a:cubicBezTo>
                <a:cubicBezTo>
                  <a:pt x="576786" y="623074"/>
                  <a:pt x="585990" y="634229"/>
                  <a:pt x="598443" y="626261"/>
                </a:cubicBezTo>
                <a:cubicBezTo>
                  <a:pt x="605300" y="597806"/>
                  <a:pt x="587615" y="587332"/>
                  <a:pt x="572996" y="579365"/>
                </a:cubicBezTo>
                <a:cubicBezTo>
                  <a:pt x="539247" y="560925"/>
                  <a:pt x="506402" y="538615"/>
                  <a:pt x="469405" y="532013"/>
                </a:cubicBezTo>
                <a:cubicBezTo>
                  <a:pt x="456232" y="529737"/>
                  <a:pt x="488355" y="499231"/>
                  <a:pt x="494671" y="488532"/>
                </a:cubicBezTo>
                <a:cubicBezTo>
                  <a:pt x="345782" y="376071"/>
                  <a:pt x="166756" y="381762"/>
                  <a:pt x="0" y="290928"/>
                </a:cubicBezTo>
                <a:cubicBezTo>
                  <a:pt x="36817" y="273173"/>
                  <a:pt x="63887" y="286148"/>
                  <a:pt x="88973" y="288880"/>
                </a:cubicBezTo>
                <a:cubicBezTo>
                  <a:pt x="151595" y="295708"/>
                  <a:pt x="213498" y="309822"/>
                  <a:pt x="275940" y="318246"/>
                </a:cubicBezTo>
                <a:cubicBezTo>
                  <a:pt x="306620" y="322344"/>
                  <a:pt x="335134" y="337824"/>
                  <a:pt x="369424" y="313239"/>
                </a:cubicBezTo>
                <a:cubicBezTo>
                  <a:pt x="392343" y="296847"/>
                  <a:pt x="428980" y="314604"/>
                  <a:pt x="457133" y="329174"/>
                </a:cubicBezTo>
                <a:cubicBezTo>
                  <a:pt x="480414" y="341238"/>
                  <a:pt x="502612" y="344425"/>
                  <a:pt x="533474" y="329174"/>
                </a:cubicBezTo>
                <a:cubicBezTo>
                  <a:pt x="505501" y="319841"/>
                  <a:pt x="484023" y="311645"/>
                  <a:pt x="462006" y="305953"/>
                </a:cubicBezTo>
                <a:cubicBezTo>
                  <a:pt x="444501" y="301400"/>
                  <a:pt x="486189" y="282960"/>
                  <a:pt x="507484" y="285237"/>
                </a:cubicBezTo>
                <a:cubicBezTo>
                  <a:pt x="537263" y="288423"/>
                  <a:pt x="520479" y="276586"/>
                  <a:pt x="515425" y="260195"/>
                </a:cubicBezTo>
                <a:cubicBezTo>
                  <a:pt x="510012" y="242665"/>
                  <a:pt x="526074" y="237203"/>
                  <a:pt x="536180" y="240844"/>
                </a:cubicBezTo>
                <a:cubicBezTo>
                  <a:pt x="574980" y="255187"/>
                  <a:pt x="613602" y="229917"/>
                  <a:pt x="653668" y="250407"/>
                </a:cubicBezTo>
                <a:cubicBezTo>
                  <a:pt x="643561" y="199867"/>
                  <a:pt x="621723" y="177784"/>
                  <a:pt x="576064" y="170726"/>
                </a:cubicBezTo>
                <a:cubicBezTo>
                  <a:pt x="558919" y="167996"/>
                  <a:pt x="541053" y="172093"/>
                  <a:pt x="526254" y="157522"/>
                </a:cubicBezTo>
                <a:cubicBezTo>
                  <a:pt x="517771" y="149101"/>
                  <a:pt x="508207" y="139084"/>
                  <a:pt x="514884" y="123603"/>
                </a:cubicBezTo>
                <a:cubicBezTo>
                  <a:pt x="519577" y="112674"/>
                  <a:pt x="529684" y="112674"/>
                  <a:pt x="537985" y="116318"/>
                </a:cubicBezTo>
                <a:cubicBezTo>
                  <a:pt x="575162" y="132483"/>
                  <a:pt x="613963" y="138400"/>
                  <a:pt x="652764" y="144320"/>
                </a:cubicBezTo>
                <a:cubicBezTo>
                  <a:pt x="658720" y="145230"/>
                  <a:pt x="665397" y="148191"/>
                  <a:pt x="672075" y="133164"/>
                </a:cubicBezTo>
                <a:cubicBezTo>
                  <a:pt x="599526" y="108805"/>
                  <a:pt x="530585" y="74202"/>
                  <a:pt x="456051" y="60770"/>
                </a:cubicBezTo>
                <a:cubicBezTo>
                  <a:pt x="457133" y="54397"/>
                  <a:pt x="458215" y="48022"/>
                  <a:pt x="459299" y="41649"/>
                </a:cubicBezTo>
                <a:cubicBezTo>
                  <a:pt x="517591" y="50753"/>
                  <a:pt x="575884" y="59859"/>
                  <a:pt x="649515" y="71243"/>
                </a:cubicBezTo>
                <a:cubicBezTo>
                  <a:pt x="604218" y="35045"/>
                  <a:pt x="561446" y="47111"/>
                  <a:pt x="527879" y="15013"/>
                </a:cubicBezTo>
                <a:cubicBezTo>
                  <a:pt x="534195" y="2833"/>
                  <a:pt x="541820" y="-241"/>
                  <a:pt x="549716" y="15"/>
                </a:cubicBezTo>
                <a:close/>
              </a:path>
            </a:pathLst>
          </a:custGeom>
        </p:spPr>
      </p:pic>
      <p:pic>
        <p:nvPicPr>
          <p:cNvPr id="7" name="Picture 6" descr="A Comprehensive Guide to CPU Types, Functions, and Applications">
            <a:extLst>
              <a:ext uri="{FF2B5EF4-FFF2-40B4-BE49-F238E27FC236}">
                <a16:creationId xmlns:a16="http://schemas.microsoft.com/office/drawing/2014/main" id="{AC4DC342-C480-EE5A-7B54-C4545D8D0A6B}"/>
              </a:ext>
            </a:extLst>
          </p:cNvPr>
          <p:cNvPicPr>
            <a:picLocks noChangeAspect="1"/>
          </p:cNvPicPr>
          <p:nvPr/>
        </p:nvPicPr>
        <p:blipFill>
          <a:blip r:embed="rId5"/>
          <a:srcRect r="3" b="9424"/>
          <a:stretch>
            <a:fillRect/>
          </a:stretch>
        </p:blipFill>
        <p:spPr>
          <a:xfrm>
            <a:off x="7621024" y="-3"/>
            <a:ext cx="4579876" cy="3536502"/>
          </a:xfrm>
          <a:custGeom>
            <a:avLst/>
            <a:gdLst/>
            <a:ahLst/>
            <a:cxnLst/>
            <a:rect l="l" t="t" r="r" b="b"/>
            <a:pathLst>
              <a:path w="4579876" h="3536502">
                <a:moveTo>
                  <a:pt x="457312" y="0"/>
                </a:moveTo>
                <a:lnTo>
                  <a:pt x="4579876" y="0"/>
                </a:lnTo>
                <a:lnTo>
                  <a:pt x="4579876" y="3057029"/>
                </a:lnTo>
                <a:lnTo>
                  <a:pt x="4508441" y="3086568"/>
                </a:lnTo>
                <a:cubicBezTo>
                  <a:pt x="4391572" y="3126663"/>
                  <a:pt x="4301124" y="3221848"/>
                  <a:pt x="4183947" y="3271738"/>
                </a:cubicBezTo>
                <a:cubicBezTo>
                  <a:pt x="4099090" y="3307854"/>
                  <a:pt x="4017967" y="3354374"/>
                  <a:pt x="3930625" y="3387123"/>
                </a:cubicBezTo>
                <a:cubicBezTo>
                  <a:pt x="3723932" y="3464557"/>
                  <a:pt x="3513195" y="3526689"/>
                  <a:pt x="3290337" y="3535564"/>
                </a:cubicBezTo>
                <a:cubicBezTo>
                  <a:pt x="3106332" y="3542605"/>
                  <a:pt x="1510274" y="3535872"/>
                  <a:pt x="861903" y="2528615"/>
                </a:cubicBezTo>
                <a:cubicBezTo>
                  <a:pt x="849470" y="2523717"/>
                  <a:pt x="835485" y="2510862"/>
                  <a:pt x="831133" y="2498619"/>
                </a:cubicBezTo>
                <a:cubicBezTo>
                  <a:pt x="810307" y="2441385"/>
                  <a:pt x="759333" y="2416594"/>
                  <a:pt x="713333" y="2385682"/>
                </a:cubicBezTo>
                <a:cubicBezTo>
                  <a:pt x="672925" y="2358442"/>
                  <a:pt x="630030" y="2329978"/>
                  <a:pt x="613246" y="2284067"/>
                </a:cubicBezTo>
                <a:cubicBezTo>
                  <a:pt x="591179" y="2222855"/>
                  <a:pt x="653963" y="2273050"/>
                  <a:pt x="665465" y="2249789"/>
                </a:cubicBezTo>
                <a:cubicBezTo>
                  <a:pt x="641532" y="2217960"/>
                  <a:pt x="604543" y="2188882"/>
                  <a:pt x="594908" y="2152767"/>
                </a:cubicBezTo>
                <a:cubicBezTo>
                  <a:pt x="559787" y="2022383"/>
                  <a:pt x="483946" y="1927503"/>
                  <a:pt x="370497" y="1853742"/>
                </a:cubicBezTo>
                <a:cubicBezTo>
                  <a:pt x="337861" y="1832624"/>
                  <a:pt x="316415" y="1794059"/>
                  <a:pt x="271969" y="1787940"/>
                </a:cubicBezTo>
                <a:cubicBezTo>
                  <a:pt x="173127" y="1774472"/>
                  <a:pt x="204209" y="1669186"/>
                  <a:pt x="151990" y="1622358"/>
                </a:cubicBezTo>
                <a:cubicBezTo>
                  <a:pt x="142044" y="1613481"/>
                  <a:pt x="133031" y="1596037"/>
                  <a:pt x="134895" y="1584102"/>
                </a:cubicBezTo>
                <a:cubicBezTo>
                  <a:pt x="137691" y="1566959"/>
                  <a:pt x="149504" y="1550739"/>
                  <a:pt x="159450" y="1535435"/>
                </a:cubicBezTo>
                <a:cubicBezTo>
                  <a:pt x="169708" y="1520133"/>
                  <a:pt x="185247" y="1506664"/>
                  <a:pt x="177788" y="1486465"/>
                </a:cubicBezTo>
                <a:cubicBezTo>
                  <a:pt x="174683" y="1478202"/>
                  <a:pt x="176855" y="1449432"/>
                  <a:pt x="153856" y="1472079"/>
                </a:cubicBezTo>
                <a:cubicBezTo>
                  <a:pt x="90760" y="1534212"/>
                  <a:pt x="54082" y="1475449"/>
                  <a:pt x="0" y="1447289"/>
                </a:cubicBezTo>
                <a:cubicBezTo>
                  <a:pt x="43515" y="1418212"/>
                  <a:pt x="82677" y="1397707"/>
                  <a:pt x="89205" y="1354247"/>
                </a:cubicBezTo>
                <a:cubicBezTo>
                  <a:pt x="102570" y="1264569"/>
                  <a:pt x="159758" y="1223557"/>
                  <a:pt x="246479" y="1215599"/>
                </a:cubicBezTo>
                <a:cubicBezTo>
                  <a:pt x="214465" y="1128983"/>
                  <a:pt x="214465" y="1128983"/>
                  <a:pt x="317968" y="1117045"/>
                </a:cubicBezTo>
                <a:cubicBezTo>
                  <a:pt x="278183" y="1061955"/>
                  <a:pt x="278183" y="1047876"/>
                  <a:pt x="326362" y="1028900"/>
                </a:cubicBezTo>
                <a:cubicBezTo>
                  <a:pt x="372673" y="1010841"/>
                  <a:pt x="423957" y="1004720"/>
                  <a:pt x="466852" y="976870"/>
                </a:cubicBezTo>
                <a:cubicBezTo>
                  <a:pt x="427377" y="906475"/>
                  <a:pt x="416188" y="824756"/>
                  <a:pt x="334754" y="790475"/>
                </a:cubicBezTo>
                <a:cubicBezTo>
                  <a:pt x="322010" y="785272"/>
                  <a:pt x="313307" y="764154"/>
                  <a:pt x="321386" y="751912"/>
                </a:cubicBezTo>
                <a:cubicBezTo>
                  <a:pt x="350915" y="707534"/>
                  <a:pt x="308644" y="623365"/>
                  <a:pt x="400645" y="613877"/>
                </a:cubicBezTo>
                <a:cubicBezTo>
                  <a:pt x="412147" y="612959"/>
                  <a:pt x="422716" y="603776"/>
                  <a:pt x="413701" y="591839"/>
                </a:cubicBezTo>
                <a:cubicBezTo>
                  <a:pt x="382618" y="550216"/>
                  <a:pt x="420228" y="552969"/>
                  <a:pt x="442917" y="547767"/>
                </a:cubicBezTo>
                <a:cubicBezTo>
                  <a:pt x="470271" y="541341"/>
                  <a:pt x="501353" y="559703"/>
                  <a:pt x="526840" y="537055"/>
                </a:cubicBezTo>
                <a:cubicBezTo>
                  <a:pt x="520932" y="513181"/>
                  <a:pt x="498866" y="513487"/>
                  <a:pt x="483325" y="505836"/>
                </a:cubicBezTo>
                <a:cubicBezTo>
                  <a:pt x="437946" y="483799"/>
                  <a:pt x="400956" y="457479"/>
                  <a:pt x="398780" y="400243"/>
                </a:cubicBezTo>
                <a:cubicBezTo>
                  <a:pt x="397229" y="354028"/>
                  <a:pt x="392255" y="313323"/>
                  <a:pt x="455041" y="299242"/>
                </a:cubicBezTo>
                <a:cubicBezTo>
                  <a:pt x="481149" y="293426"/>
                  <a:pt x="473687" y="260067"/>
                  <a:pt x="458769" y="243538"/>
                </a:cubicBezTo>
                <a:cubicBezTo>
                  <a:pt x="432038" y="214157"/>
                  <a:pt x="409972" y="174981"/>
                  <a:pt x="363969" y="172227"/>
                </a:cubicBezTo>
                <a:cubicBezTo>
                  <a:pt x="335995" y="170391"/>
                  <a:pt x="314549" y="158146"/>
                  <a:pt x="292481" y="144069"/>
                </a:cubicBezTo>
                <a:cubicBezTo>
                  <a:pt x="276630" y="133966"/>
                  <a:pt x="257670" y="125398"/>
                  <a:pt x="259534" y="103668"/>
                </a:cubicBezTo>
                <a:cubicBezTo>
                  <a:pt x="261399" y="82855"/>
                  <a:pt x="279736" y="74286"/>
                  <a:pt x="298387" y="70001"/>
                </a:cubicBezTo>
                <a:cubicBezTo>
                  <a:pt x="345011" y="59672"/>
                  <a:pt x="389535" y="45726"/>
                  <a:pt x="430782" y="19902"/>
                </a:cubicBezTo>
                <a:close/>
              </a:path>
            </a:pathLst>
          </a:custGeom>
        </p:spPr>
      </p:pic>
    </p:spTree>
    <p:extLst>
      <p:ext uri="{BB962C8B-B14F-4D97-AF65-F5344CB8AC3E}">
        <p14:creationId xmlns:p14="http://schemas.microsoft.com/office/powerpoint/2010/main" val="3119094436"/>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E817EB35-4D5C-493B-8459-98C99FD166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c 23">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640269" flipV="1">
            <a:off x="5586861" y="-553943"/>
            <a:ext cx="3944178" cy="3944178"/>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itle 1">
            <a:extLst>
              <a:ext uri="{FF2B5EF4-FFF2-40B4-BE49-F238E27FC236}">
                <a16:creationId xmlns:a16="http://schemas.microsoft.com/office/drawing/2014/main" id="{DAE8C931-FA1A-AA78-80A5-F753475195D1}"/>
              </a:ext>
            </a:extLst>
          </p:cNvPr>
          <p:cNvSpPr>
            <a:spLocks noGrp="1"/>
          </p:cNvSpPr>
          <p:nvPr>
            <p:ph type="title"/>
          </p:nvPr>
        </p:nvSpPr>
        <p:spPr>
          <a:xfrm>
            <a:off x="838201" y="345810"/>
            <a:ext cx="4795164" cy="1325563"/>
          </a:xfrm>
        </p:spPr>
        <p:txBody>
          <a:bodyPr>
            <a:normAutofit/>
          </a:bodyPr>
          <a:lstStyle/>
          <a:p>
            <a:r>
              <a:rPr lang="en-US">
                <a:latin typeface="Baskerville Old Face"/>
              </a:rPr>
              <a:t>Term 3 – Chip (IC)</a:t>
            </a:r>
          </a:p>
        </p:txBody>
      </p:sp>
      <p:sp>
        <p:nvSpPr>
          <p:cNvPr id="3" name="Content Placeholder 2">
            <a:extLst>
              <a:ext uri="{FF2B5EF4-FFF2-40B4-BE49-F238E27FC236}">
                <a16:creationId xmlns:a16="http://schemas.microsoft.com/office/drawing/2014/main" id="{343F1BC8-A1D0-A58D-DF75-4A0353B40D64}"/>
              </a:ext>
            </a:extLst>
          </p:cNvPr>
          <p:cNvSpPr>
            <a:spLocks noGrp="1"/>
          </p:cNvSpPr>
          <p:nvPr>
            <p:ph idx="1"/>
          </p:nvPr>
        </p:nvSpPr>
        <p:spPr>
          <a:xfrm>
            <a:off x="838201" y="1825625"/>
            <a:ext cx="4795165" cy="4351338"/>
          </a:xfrm>
        </p:spPr>
        <p:txBody>
          <a:bodyPr vert="horz" lIns="91440" tIns="45720" rIns="91440" bIns="45720" rtlCol="0">
            <a:normAutofit/>
          </a:bodyPr>
          <a:lstStyle/>
          <a:p>
            <a:r>
              <a:rPr lang="en-US" sz="1800"/>
              <a:t>A chip or IC ( Intergrated Circuit ) is a small but mighty highly efficent semiconcuctor. The main purpose of this component is that it stores a variety of components such as translators resistors and compacitors. This is a modern component that is use in every day electronics, such as your phones, laptops, tvs etc. The function of this component is that it processes data, amplifies signials and stores information. While, this tool in the computer is efficent one may think they are highly expensive. In reality are cheap and more reliable than other components.</a:t>
            </a:r>
          </a:p>
        </p:txBody>
      </p:sp>
      <p:pic>
        <p:nvPicPr>
          <p:cNvPr id="4" name="Picture 3" descr="Different Types of IC [Integrated Circuit] - Ovaga Technologies">
            <a:extLst>
              <a:ext uri="{FF2B5EF4-FFF2-40B4-BE49-F238E27FC236}">
                <a16:creationId xmlns:a16="http://schemas.microsoft.com/office/drawing/2014/main" id="{CBA7F520-46A1-45EF-9C0F-7650A013C79F}"/>
              </a:ext>
            </a:extLst>
          </p:cNvPr>
          <p:cNvPicPr>
            <a:picLocks noChangeAspect="1"/>
          </p:cNvPicPr>
          <p:nvPr/>
        </p:nvPicPr>
        <p:blipFill>
          <a:blip r:embed="rId2"/>
          <a:srcRect l="18401" r="10839" b="4"/>
          <a:stretch>
            <a:fillRect/>
          </a:stretch>
        </p:blipFill>
        <p:spPr>
          <a:xfrm>
            <a:off x="6045200" y="10"/>
            <a:ext cx="3343282" cy="2905636"/>
          </a:xfrm>
          <a:custGeom>
            <a:avLst/>
            <a:gdLst/>
            <a:ahLst/>
            <a:cxnLst/>
            <a:rect l="l" t="t" r="r" b="b"/>
            <a:pathLst>
              <a:path w="3343282" h="2905646">
                <a:moveTo>
                  <a:pt x="546801" y="0"/>
                </a:moveTo>
                <a:lnTo>
                  <a:pt x="2796481" y="0"/>
                </a:lnTo>
                <a:lnTo>
                  <a:pt x="2853670" y="51976"/>
                </a:lnTo>
                <a:cubicBezTo>
                  <a:pt x="3156177" y="354484"/>
                  <a:pt x="3343282" y="772394"/>
                  <a:pt x="3343282" y="1234005"/>
                </a:cubicBezTo>
                <a:cubicBezTo>
                  <a:pt x="3343282" y="2157227"/>
                  <a:pt x="2594863" y="2905646"/>
                  <a:pt x="1671641" y="2905646"/>
                </a:cubicBezTo>
                <a:cubicBezTo>
                  <a:pt x="748420" y="2905646"/>
                  <a:pt x="0" y="2157227"/>
                  <a:pt x="0" y="1234005"/>
                </a:cubicBezTo>
                <a:cubicBezTo>
                  <a:pt x="0" y="772394"/>
                  <a:pt x="187105" y="354484"/>
                  <a:pt x="489613" y="51976"/>
                </a:cubicBezTo>
                <a:close/>
              </a:path>
            </a:pathLst>
          </a:custGeom>
        </p:spPr>
      </p:pic>
      <p:pic>
        <p:nvPicPr>
          <p:cNvPr id="8" name="Picture 7" descr="What is an ic chip? | Heisener Electronics">
            <a:extLst>
              <a:ext uri="{FF2B5EF4-FFF2-40B4-BE49-F238E27FC236}">
                <a16:creationId xmlns:a16="http://schemas.microsoft.com/office/drawing/2014/main" id="{7667CCBF-9236-2613-3AAB-95439666D674}"/>
              </a:ext>
            </a:extLst>
          </p:cNvPr>
          <p:cNvPicPr>
            <a:picLocks noChangeAspect="1"/>
          </p:cNvPicPr>
          <p:nvPr/>
        </p:nvPicPr>
        <p:blipFill>
          <a:blip r:embed="rId3"/>
          <a:srcRect l="12432" r="11382" b="4"/>
          <a:stretch>
            <a:fillRect/>
          </a:stretch>
        </p:blipFill>
        <p:spPr>
          <a:xfrm>
            <a:off x="6172241" y="3154859"/>
            <a:ext cx="4030579" cy="3703141"/>
          </a:xfrm>
          <a:custGeom>
            <a:avLst/>
            <a:gdLst/>
            <a:ahLst/>
            <a:cxnLst/>
            <a:rect l="l" t="t" r="r" b="b"/>
            <a:pathLst>
              <a:path w="4030579" h="3703141">
                <a:moveTo>
                  <a:pt x="2015289" y="0"/>
                </a:moveTo>
                <a:cubicBezTo>
                  <a:pt x="3128303" y="0"/>
                  <a:pt x="4030579" y="902277"/>
                  <a:pt x="4030579" y="2015290"/>
                </a:cubicBezTo>
                <a:cubicBezTo>
                  <a:pt x="4030579" y="2710923"/>
                  <a:pt x="3678127" y="3324237"/>
                  <a:pt x="3142057" y="3686399"/>
                </a:cubicBezTo>
                <a:lnTo>
                  <a:pt x="3114499" y="3703141"/>
                </a:lnTo>
                <a:lnTo>
                  <a:pt x="916080" y="3703141"/>
                </a:lnTo>
                <a:lnTo>
                  <a:pt x="888522" y="3686399"/>
                </a:lnTo>
                <a:cubicBezTo>
                  <a:pt x="352452" y="3324237"/>
                  <a:pt x="0" y="2710923"/>
                  <a:pt x="0" y="2015290"/>
                </a:cubicBezTo>
                <a:cubicBezTo>
                  <a:pt x="0" y="902277"/>
                  <a:pt x="902277" y="0"/>
                  <a:pt x="2015289" y="0"/>
                </a:cubicBezTo>
                <a:close/>
              </a:path>
            </a:pathLst>
          </a:custGeom>
        </p:spPr>
      </p:pic>
      <p:pic>
        <p:nvPicPr>
          <p:cNvPr id="6" name="Picture 5" descr="What is an Integrated Circuit (IC)?">
            <a:extLst>
              <a:ext uri="{FF2B5EF4-FFF2-40B4-BE49-F238E27FC236}">
                <a16:creationId xmlns:a16="http://schemas.microsoft.com/office/drawing/2014/main" id="{EB2993C1-0200-CC62-E88A-2216E0E51E07}"/>
              </a:ext>
            </a:extLst>
          </p:cNvPr>
          <p:cNvPicPr>
            <a:picLocks noChangeAspect="1"/>
          </p:cNvPicPr>
          <p:nvPr/>
        </p:nvPicPr>
        <p:blipFill>
          <a:blip r:embed="rId4"/>
          <a:srcRect l="14090" r="16851" b="1"/>
          <a:stretch>
            <a:fillRect/>
          </a:stretch>
        </p:blipFill>
        <p:spPr>
          <a:xfrm>
            <a:off x="9523005" y="10"/>
            <a:ext cx="2668994" cy="3864758"/>
          </a:xfrm>
          <a:custGeom>
            <a:avLst/>
            <a:gdLst/>
            <a:ahLst/>
            <a:cxnLst/>
            <a:rect l="l" t="t" r="r" b="b"/>
            <a:pathLst>
              <a:path w="2668994" h="3864768">
                <a:moveTo>
                  <a:pt x="1215406" y="0"/>
                </a:moveTo>
                <a:lnTo>
                  <a:pt x="2668994" y="0"/>
                </a:lnTo>
                <a:lnTo>
                  <a:pt x="2668994" y="3754247"/>
                </a:lnTo>
                <a:lnTo>
                  <a:pt x="2614574" y="3774165"/>
                </a:lnTo>
                <a:cubicBezTo>
                  <a:pt x="2425260" y="3833048"/>
                  <a:pt x="2223979" y="3864768"/>
                  <a:pt x="2015289" y="3864768"/>
                </a:cubicBezTo>
                <a:cubicBezTo>
                  <a:pt x="902276" y="3864768"/>
                  <a:pt x="0" y="2962492"/>
                  <a:pt x="0" y="1849479"/>
                </a:cubicBezTo>
                <a:cubicBezTo>
                  <a:pt x="0" y="1084283"/>
                  <a:pt x="426467" y="418692"/>
                  <a:pt x="1054683" y="77425"/>
                </a:cubicBezTo>
                <a:close/>
              </a:path>
            </a:pathLst>
          </a:custGeom>
        </p:spPr>
      </p:pic>
      <p:pic>
        <p:nvPicPr>
          <p:cNvPr id="5" name="Picture 4" descr="integrated circuit - Students | Britannica Kids | Homework Help">
            <a:extLst>
              <a:ext uri="{FF2B5EF4-FFF2-40B4-BE49-F238E27FC236}">
                <a16:creationId xmlns:a16="http://schemas.microsoft.com/office/drawing/2014/main" id="{248AFB96-AA8F-BB8A-A2C4-E4EF50F774DC}"/>
              </a:ext>
            </a:extLst>
          </p:cNvPr>
          <p:cNvPicPr>
            <a:picLocks noChangeAspect="1"/>
          </p:cNvPicPr>
          <p:nvPr/>
        </p:nvPicPr>
        <p:blipFill>
          <a:blip r:embed="rId5"/>
          <a:srcRect l="21436" r="37103"/>
          <a:stretch>
            <a:fillRect/>
          </a:stretch>
        </p:blipFill>
        <p:spPr>
          <a:xfrm>
            <a:off x="10404210" y="4001294"/>
            <a:ext cx="1787791" cy="2856706"/>
          </a:xfrm>
          <a:custGeom>
            <a:avLst/>
            <a:gdLst/>
            <a:ahLst/>
            <a:cxnLst/>
            <a:rect l="l" t="t" r="r" b="b"/>
            <a:pathLst>
              <a:path w="1787791" h="2856706">
                <a:moveTo>
                  <a:pt x="1531941" y="0"/>
                </a:moveTo>
                <a:cubicBezTo>
                  <a:pt x="1584820" y="0"/>
                  <a:pt x="1637074" y="2679"/>
                  <a:pt x="1688573" y="7909"/>
                </a:cubicBezTo>
                <a:lnTo>
                  <a:pt x="1787791" y="23052"/>
                </a:lnTo>
                <a:lnTo>
                  <a:pt x="1787791" y="2856706"/>
                </a:lnTo>
                <a:lnTo>
                  <a:pt x="765053" y="2856706"/>
                </a:lnTo>
                <a:lnTo>
                  <a:pt x="675418" y="2802252"/>
                </a:lnTo>
                <a:cubicBezTo>
                  <a:pt x="267919" y="2526951"/>
                  <a:pt x="0" y="2060735"/>
                  <a:pt x="0" y="1531942"/>
                </a:cubicBezTo>
                <a:cubicBezTo>
                  <a:pt x="0" y="685873"/>
                  <a:pt x="685873" y="0"/>
                  <a:pt x="1531941" y="0"/>
                </a:cubicBezTo>
                <a:close/>
              </a:path>
            </a:pathLst>
          </a:custGeom>
        </p:spPr>
      </p:pic>
    </p:spTree>
    <p:extLst>
      <p:ext uri="{BB962C8B-B14F-4D97-AF65-F5344CB8AC3E}">
        <p14:creationId xmlns:p14="http://schemas.microsoft.com/office/powerpoint/2010/main" val="1624791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0EFD753D-6A49-46DD-9E82-AA6E2C62B4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138A5824-1F4A-4EE7-BC13-5BB48FC080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045" y="318582"/>
            <a:ext cx="4556762" cy="2028511"/>
          </a:xfrm>
          <a:prstGeom prst="rect">
            <a:avLst/>
          </a:prstGeom>
          <a:solidFill>
            <a:srgbClr val="333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5888BAF-3C7A-603F-5115-5797F2CFF572}"/>
              </a:ext>
            </a:extLst>
          </p:cNvPr>
          <p:cNvSpPr>
            <a:spLocks noGrp="1"/>
          </p:cNvSpPr>
          <p:nvPr>
            <p:ph type="title"/>
          </p:nvPr>
        </p:nvSpPr>
        <p:spPr>
          <a:xfrm>
            <a:off x="641776" y="637523"/>
            <a:ext cx="3941121" cy="1386733"/>
          </a:xfrm>
        </p:spPr>
        <p:txBody>
          <a:bodyPr>
            <a:normAutofit/>
          </a:bodyPr>
          <a:lstStyle/>
          <a:p>
            <a:r>
              <a:rPr lang="en-US" sz="3600">
                <a:solidFill>
                  <a:srgbClr val="FFFFFF"/>
                </a:solidFill>
                <a:latin typeface="Baskerville Old Face"/>
              </a:rPr>
              <a:t>Term 4 – Chip Coolers</a:t>
            </a:r>
          </a:p>
        </p:txBody>
      </p:sp>
      <p:pic>
        <p:nvPicPr>
          <p:cNvPr id="12" name="Picture 11">
            <a:extLst>
              <a:ext uri="{FF2B5EF4-FFF2-40B4-BE49-F238E27FC236}">
                <a16:creationId xmlns:a16="http://schemas.microsoft.com/office/drawing/2014/main" id="{B4E63067-604D-CE36-A2D4-06F8B06F8FA9}"/>
              </a:ext>
            </a:extLst>
          </p:cNvPr>
          <p:cNvPicPr>
            <a:picLocks noChangeAspect="1"/>
          </p:cNvPicPr>
          <p:nvPr/>
        </p:nvPicPr>
        <p:blipFill>
          <a:blip r:embed="rId2"/>
          <a:srcRect l="6152" r="15355" b="4"/>
          <a:stretch>
            <a:fillRect/>
          </a:stretch>
        </p:blipFill>
        <p:spPr>
          <a:xfrm>
            <a:off x="4968252" y="324472"/>
            <a:ext cx="2232661" cy="2012328"/>
          </a:xfrm>
          <a:prstGeom prst="rect">
            <a:avLst/>
          </a:prstGeom>
        </p:spPr>
      </p:pic>
      <p:pic>
        <p:nvPicPr>
          <p:cNvPr id="8" name="Picture 7" descr="Vintage Intel CPU Cooling Fan With Aluminum Heatsink Desktop Computer Cooler  - Untested 2000s - Etsy Canada">
            <a:extLst>
              <a:ext uri="{FF2B5EF4-FFF2-40B4-BE49-F238E27FC236}">
                <a16:creationId xmlns:a16="http://schemas.microsoft.com/office/drawing/2014/main" id="{A1085688-4906-CF30-8CDE-0BB557E111B1}"/>
              </a:ext>
            </a:extLst>
          </p:cNvPr>
          <p:cNvPicPr>
            <a:picLocks noChangeAspect="1"/>
          </p:cNvPicPr>
          <p:nvPr/>
        </p:nvPicPr>
        <p:blipFill>
          <a:blip r:embed="rId3"/>
          <a:srcRect t="8549" r="6" b="696"/>
          <a:stretch>
            <a:fillRect/>
          </a:stretch>
        </p:blipFill>
        <p:spPr>
          <a:xfrm>
            <a:off x="7290757" y="320721"/>
            <a:ext cx="2232662" cy="2026371"/>
          </a:xfrm>
          <a:prstGeom prst="rect">
            <a:avLst/>
          </a:prstGeom>
        </p:spPr>
      </p:pic>
      <p:pic>
        <p:nvPicPr>
          <p:cNvPr id="15" name="Picture 14" descr="Heat Sinks Explained: A Complete Guide for Effective Cooling Solutions -  Hugh Aluminum">
            <a:extLst>
              <a:ext uri="{FF2B5EF4-FFF2-40B4-BE49-F238E27FC236}">
                <a16:creationId xmlns:a16="http://schemas.microsoft.com/office/drawing/2014/main" id="{FE3B0602-1CB7-60AD-AABC-473A51CC51EF}"/>
              </a:ext>
            </a:extLst>
          </p:cNvPr>
          <p:cNvPicPr>
            <a:picLocks noChangeAspect="1"/>
          </p:cNvPicPr>
          <p:nvPr/>
        </p:nvPicPr>
        <p:blipFill>
          <a:blip r:embed="rId4"/>
          <a:srcRect l="21419" r="15703" b="-1"/>
          <a:stretch>
            <a:fillRect/>
          </a:stretch>
        </p:blipFill>
        <p:spPr>
          <a:xfrm>
            <a:off x="9617743" y="333326"/>
            <a:ext cx="2251026" cy="2013766"/>
          </a:xfrm>
          <a:prstGeom prst="rect">
            <a:avLst/>
          </a:prstGeom>
        </p:spPr>
      </p:pic>
      <p:pic>
        <p:nvPicPr>
          <p:cNvPr id="9" name="Picture 8" descr="CPU Cooling Fan Heat Dissipation System with 4 Heat Pipes High Performance  Cooling Solution for Efficient Thermal Management and Enhanced Airflow ...">
            <a:extLst>
              <a:ext uri="{FF2B5EF4-FFF2-40B4-BE49-F238E27FC236}">
                <a16:creationId xmlns:a16="http://schemas.microsoft.com/office/drawing/2014/main" id="{010E922E-8AE2-CAEA-CB4E-66C330BDD7EF}"/>
              </a:ext>
            </a:extLst>
          </p:cNvPr>
          <p:cNvPicPr>
            <a:picLocks noChangeAspect="1"/>
          </p:cNvPicPr>
          <p:nvPr/>
        </p:nvPicPr>
        <p:blipFill>
          <a:blip r:embed="rId5"/>
          <a:srcRect t="8151" b="21205"/>
          <a:stretch>
            <a:fillRect/>
          </a:stretch>
        </p:blipFill>
        <p:spPr>
          <a:xfrm>
            <a:off x="320044" y="2429124"/>
            <a:ext cx="4556762" cy="4100764"/>
          </a:xfrm>
          <a:prstGeom prst="rect">
            <a:avLst/>
          </a:prstGeom>
        </p:spPr>
      </p:pic>
      <p:sp>
        <p:nvSpPr>
          <p:cNvPr id="28" name="Rectangle 27">
            <a:extLst>
              <a:ext uri="{FF2B5EF4-FFF2-40B4-BE49-F238E27FC236}">
                <a16:creationId xmlns:a16="http://schemas.microsoft.com/office/drawing/2014/main" id="{0F8BFD3B-29FB-4A95-BB51-220F8A6C57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66650" y="2429124"/>
            <a:ext cx="4561251" cy="4108837"/>
          </a:xfrm>
          <a:prstGeom prst="rect">
            <a:avLst/>
          </a:prstGeom>
          <a:solidFill>
            <a:srgbClr val="333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1" name="Picture 10" descr="Original AMD Heatsink Fan 125W Copper Cooler for AMD CPU Processors FM2 FM1  AM3 AM2+ AM2 1207 939 940 754 - CPU Medics">
            <a:extLst>
              <a:ext uri="{FF2B5EF4-FFF2-40B4-BE49-F238E27FC236}">
                <a16:creationId xmlns:a16="http://schemas.microsoft.com/office/drawing/2014/main" id="{F47D8B5B-9E61-34E0-6515-7075044AD55F}"/>
              </a:ext>
            </a:extLst>
          </p:cNvPr>
          <p:cNvPicPr>
            <a:picLocks noChangeAspect="1"/>
          </p:cNvPicPr>
          <p:nvPr/>
        </p:nvPicPr>
        <p:blipFill>
          <a:blip r:embed="rId6"/>
          <a:srcRect t="4539" r="8" b="8"/>
          <a:stretch>
            <a:fillRect/>
          </a:stretch>
        </p:blipFill>
        <p:spPr>
          <a:xfrm>
            <a:off x="9617746" y="2426918"/>
            <a:ext cx="2251025" cy="1998429"/>
          </a:xfrm>
          <a:prstGeom prst="rect">
            <a:avLst/>
          </a:prstGeom>
        </p:spPr>
      </p:pic>
      <p:pic>
        <p:nvPicPr>
          <p:cNvPr id="14" name="Picture 13" descr="HP Cooling Fan &amp; Heat sink P/N: 908998-001 | eBay">
            <a:extLst>
              <a:ext uri="{FF2B5EF4-FFF2-40B4-BE49-F238E27FC236}">
                <a16:creationId xmlns:a16="http://schemas.microsoft.com/office/drawing/2014/main" id="{9CCCF4FF-246A-DB4B-8363-E7408F08E65A}"/>
              </a:ext>
            </a:extLst>
          </p:cNvPr>
          <p:cNvPicPr>
            <a:picLocks noChangeAspect="1"/>
          </p:cNvPicPr>
          <p:nvPr/>
        </p:nvPicPr>
        <p:blipFill>
          <a:blip r:embed="rId7"/>
          <a:srcRect l="5565" r="4624" b="4"/>
          <a:stretch>
            <a:fillRect/>
          </a:stretch>
        </p:blipFill>
        <p:spPr>
          <a:xfrm>
            <a:off x="9617744" y="4499919"/>
            <a:ext cx="2251024" cy="2036361"/>
          </a:xfrm>
          <a:prstGeom prst="rect">
            <a:avLst/>
          </a:prstGeom>
        </p:spPr>
      </p:pic>
      <p:graphicFrame>
        <p:nvGraphicFramePr>
          <p:cNvPr id="13" name="Content Placeholder 2">
            <a:extLst>
              <a:ext uri="{FF2B5EF4-FFF2-40B4-BE49-F238E27FC236}">
                <a16:creationId xmlns:a16="http://schemas.microsoft.com/office/drawing/2014/main" id="{7CEC0471-518E-9F22-5C75-0B13D356117E}"/>
              </a:ext>
            </a:extLst>
          </p:cNvPr>
          <p:cNvGraphicFramePr>
            <a:graphicFrameLocks noGrp="1"/>
          </p:cNvGraphicFramePr>
          <p:nvPr>
            <p:ph idx="1"/>
            <p:extLst>
              <p:ext uri="{D42A27DB-BD31-4B8C-83A1-F6EECF244321}">
                <p14:modId xmlns:p14="http://schemas.microsoft.com/office/powerpoint/2010/main" val="1433506407"/>
              </p:ext>
            </p:extLst>
          </p:nvPr>
        </p:nvGraphicFramePr>
        <p:xfrm>
          <a:off x="5262159" y="2758930"/>
          <a:ext cx="3944010" cy="345509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79903095"/>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4BFCCA4-109C-4B21-816E-144FE75C3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D82783-054A-BE2D-CE83-AA154E2A0D1E}"/>
              </a:ext>
            </a:extLst>
          </p:cNvPr>
          <p:cNvSpPr>
            <a:spLocks noGrp="1"/>
          </p:cNvSpPr>
          <p:nvPr>
            <p:ph type="title"/>
          </p:nvPr>
        </p:nvSpPr>
        <p:spPr>
          <a:xfrm>
            <a:off x="630918" y="643465"/>
            <a:ext cx="3895359" cy="1846615"/>
          </a:xfrm>
        </p:spPr>
        <p:txBody>
          <a:bodyPr anchor="b">
            <a:normAutofit/>
          </a:bodyPr>
          <a:lstStyle/>
          <a:p>
            <a:r>
              <a:rPr lang="en-US" sz="4200" dirty="0">
                <a:latin typeface="Algerian" panose="04020705040A02060702" pitchFamily="82" charset="0"/>
              </a:rPr>
              <a:t>Term 5 - Expansion Cards</a:t>
            </a:r>
          </a:p>
        </p:txBody>
      </p:sp>
      <p:sp>
        <p:nvSpPr>
          <p:cNvPr id="14" name="sketch line">
            <a:extLst>
              <a:ext uri="{FF2B5EF4-FFF2-40B4-BE49-F238E27FC236}">
                <a16:creationId xmlns:a16="http://schemas.microsoft.com/office/drawing/2014/main" id="{0059B5C0-FEC8-4370-AF45-02E3AEF6F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659144"/>
            <a:ext cx="3566160" cy="18288"/>
          </a:xfrm>
          <a:custGeom>
            <a:avLst/>
            <a:gdLst>
              <a:gd name="csX0" fmla="*/ 0 w 3566160"/>
              <a:gd name="csY0" fmla="*/ 0 h 18288"/>
              <a:gd name="csX1" fmla="*/ 665683 w 3566160"/>
              <a:gd name="csY1" fmla="*/ 0 h 18288"/>
              <a:gd name="csX2" fmla="*/ 1331366 w 3566160"/>
              <a:gd name="csY2" fmla="*/ 0 h 18288"/>
              <a:gd name="csX3" fmla="*/ 1818742 w 3566160"/>
              <a:gd name="csY3" fmla="*/ 0 h 18288"/>
              <a:gd name="csX4" fmla="*/ 2413102 w 3566160"/>
              <a:gd name="csY4" fmla="*/ 0 h 18288"/>
              <a:gd name="csX5" fmla="*/ 2936138 w 3566160"/>
              <a:gd name="csY5" fmla="*/ 0 h 18288"/>
              <a:gd name="csX6" fmla="*/ 3566160 w 3566160"/>
              <a:gd name="csY6" fmla="*/ 0 h 18288"/>
              <a:gd name="csX7" fmla="*/ 3566160 w 3566160"/>
              <a:gd name="csY7" fmla="*/ 18288 h 18288"/>
              <a:gd name="csX8" fmla="*/ 2971800 w 3566160"/>
              <a:gd name="csY8" fmla="*/ 18288 h 18288"/>
              <a:gd name="csX9" fmla="*/ 2448763 w 3566160"/>
              <a:gd name="csY9" fmla="*/ 18288 h 18288"/>
              <a:gd name="csX10" fmla="*/ 1854403 w 3566160"/>
              <a:gd name="csY10" fmla="*/ 18288 h 18288"/>
              <a:gd name="csX11" fmla="*/ 1295705 w 3566160"/>
              <a:gd name="csY11" fmla="*/ 18288 h 18288"/>
              <a:gd name="csX12" fmla="*/ 772668 w 3566160"/>
              <a:gd name="csY12" fmla="*/ 18288 h 18288"/>
              <a:gd name="csX13" fmla="*/ 0 w 3566160"/>
              <a:gd name="csY13" fmla="*/ 18288 h 18288"/>
              <a:gd name="csX14" fmla="*/ 0 w 356616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566160" h="18288" fill="none" extrusionOk="0">
                <a:moveTo>
                  <a:pt x="0" y="0"/>
                </a:moveTo>
                <a:cubicBezTo>
                  <a:pt x="222644" y="15773"/>
                  <a:pt x="447078" y="-30288"/>
                  <a:pt x="665683" y="0"/>
                </a:cubicBezTo>
                <a:cubicBezTo>
                  <a:pt x="884288" y="30288"/>
                  <a:pt x="1132425" y="-6167"/>
                  <a:pt x="1331366" y="0"/>
                </a:cubicBezTo>
                <a:cubicBezTo>
                  <a:pt x="1530307" y="6167"/>
                  <a:pt x="1680942" y="17562"/>
                  <a:pt x="1818742" y="0"/>
                </a:cubicBezTo>
                <a:cubicBezTo>
                  <a:pt x="1956542" y="-17562"/>
                  <a:pt x="2130227" y="23032"/>
                  <a:pt x="2413102" y="0"/>
                </a:cubicBezTo>
                <a:cubicBezTo>
                  <a:pt x="2695977" y="-23032"/>
                  <a:pt x="2679988" y="-13260"/>
                  <a:pt x="2936138" y="0"/>
                </a:cubicBezTo>
                <a:cubicBezTo>
                  <a:pt x="3192288" y="13260"/>
                  <a:pt x="3378668" y="16268"/>
                  <a:pt x="3566160" y="0"/>
                </a:cubicBezTo>
                <a:cubicBezTo>
                  <a:pt x="3566199" y="7328"/>
                  <a:pt x="3566779" y="9982"/>
                  <a:pt x="3566160" y="18288"/>
                </a:cubicBezTo>
                <a:cubicBezTo>
                  <a:pt x="3315478" y="45899"/>
                  <a:pt x="3188272" y="-7574"/>
                  <a:pt x="2971800" y="18288"/>
                </a:cubicBezTo>
                <a:cubicBezTo>
                  <a:pt x="2755328" y="44150"/>
                  <a:pt x="2598570" y="34692"/>
                  <a:pt x="2448763" y="18288"/>
                </a:cubicBezTo>
                <a:cubicBezTo>
                  <a:pt x="2298956" y="1884"/>
                  <a:pt x="2011344" y="-7043"/>
                  <a:pt x="1854403" y="18288"/>
                </a:cubicBezTo>
                <a:cubicBezTo>
                  <a:pt x="1697462" y="43619"/>
                  <a:pt x="1444994" y="618"/>
                  <a:pt x="1295705" y="18288"/>
                </a:cubicBezTo>
                <a:cubicBezTo>
                  <a:pt x="1146416" y="35958"/>
                  <a:pt x="965401" y="42167"/>
                  <a:pt x="772668" y="18288"/>
                </a:cubicBezTo>
                <a:cubicBezTo>
                  <a:pt x="579935" y="-5591"/>
                  <a:pt x="352420" y="-19381"/>
                  <a:pt x="0" y="18288"/>
                </a:cubicBezTo>
                <a:cubicBezTo>
                  <a:pt x="-593" y="9736"/>
                  <a:pt x="244" y="6610"/>
                  <a:pt x="0" y="0"/>
                </a:cubicBezTo>
                <a:close/>
              </a:path>
              <a:path w="3566160" h="18288" stroke="0" extrusionOk="0">
                <a:moveTo>
                  <a:pt x="0" y="0"/>
                </a:moveTo>
                <a:cubicBezTo>
                  <a:pt x="169947" y="-5008"/>
                  <a:pt x="340602" y="-17518"/>
                  <a:pt x="594360" y="0"/>
                </a:cubicBezTo>
                <a:cubicBezTo>
                  <a:pt x="848118" y="17518"/>
                  <a:pt x="997921" y="8866"/>
                  <a:pt x="1224382" y="0"/>
                </a:cubicBezTo>
                <a:cubicBezTo>
                  <a:pt x="1450843" y="-8866"/>
                  <a:pt x="1572343" y="8392"/>
                  <a:pt x="1783080" y="0"/>
                </a:cubicBezTo>
                <a:cubicBezTo>
                  <a:pt x="1993817" y="-8392"/>
                  <a:pt x="2266728" y="2126"/>
                  <a:pt x="2448763" y="0"/>
                </a:cubicBezTo>
                <a:cubicBezTo>
                  <a:pt x="2630798" y="-2126"/>
                  <a:pt x="2815508" y="-13843"/>
                  <a:pt x="3043123" y="0"/>
                </a:cubicBezTo>
                <a:cubicBezTo>
                  <a:pt x="3270738" y="13843"/>
                  <a:pt x="3420568" y="2184"/>
                  <a:pt x="3566160" y="0"/>
                </a:cubicBezTo>
                <a:cubicBezTo>
                  <a:pt x="3566487" y="8595"/>
                  <a:pt x="3566088" y="13110"/>
                  <a:pt x="3566160" y="18288"/>
                </a:cubicBezTo>
                <a:cubicBezTo>
                  <a:pt x="3421748" y="9323"/>
                  <a:pt x="3176383" y="-3939"/>
                  <a:pt x="2971800" y="18288"/>
                </a:cubicBezTo>
                <a:cubicBezTo>
                  <a:pt x="2767217" y="40515"/>
                  <a:pt x="2590769" y="4336"/>
                  <a:pt x="2306117" y="18288"/>
                </a:cubicBezTo>
                <a:cubicBezTo>
                  <a:pt x="2021465" y="32240"/>
                  <a:pt x="1860727" y="-9280"/>
                  <a:pt x="1676095" y="18288"/>
                </a:cubicBezTo>
                <a:cubicBezTo>
                  <a:pt x="1491463" y="45856"/>
                  <a:pt x="1329173" y="5765"/>
                  <a:pt x="1153058" y="18288"/>
                </a:cubicBezTo>
                <a:cubicBezTo>
                  <a:pt x="976943" y="30811"/>
                  <a:pt x="895178" y="4751"/>
                  <a:pt x="665683" y="18288"/>
                </a:cubicBezTo>
                <a:cubicBezTo>
                  <a:pt x="436189" y="31825"/>
                  <a:pt x="302924" y="2002"/>
                  <a:pt x="0" y="18288"/>
                </a:cubicBezTo>
                <a:cubicBezTo>
                  <a:pt x="822" y="10564"/>
                  <a:pt x="-23" y="457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448976505">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36896E0-4D52-C4EC-1E5D-316B5464992E}"/>
              </a:ext>
            </a:extLst>
          </p:cNvPr>
          <p:cNvSpPr>
            <a:spLocks noGrp="1"/>
          </p:cNvSpPr>
          <p:nvPr>
            <p:ph idx="1"/>
          </p:nvPr>
        </p:nvSpPr>
        <p:spPr>
          <a:xfrm>
            <a:off x="630936" y="2807167"/>
            <a:ext cx="3895522" cy="3386399"/>
          </a:xfrm>
        </p:spPr>
        <p:txBody>
          <a:bodyPr>
            <a:normAutofit lnSpcReduction="10000"/>
          </a:bodyPr>
          <a:lstStyle/>
          <a:p>
            <a:r>
              <a:rPr lang="en-US" sz="1500" dirty="0">
                <a:latin typeface="Century Schoolbook" panose="02040604050505020304" pitchFamily="18" charset="0"/>
              </a:rPr>
              <a:t>An Expansion card is a hardware component which is an add on card  that you can put into your expansion slots for more functionality within your device. Electronics like, Pcs, Old gaming devices, Network servers and Industrial Systems all use and expansion card. There are many graphic cards with all unique functions that match your requirement. Some include, graphics card, sound cards, Wi-Fi cards and storage controller are all types of expansion cards. If you have expansion cards you could use it to better optimize your gaming sessions, graphic designing or if you want to be connected to the internet, a </a:t>
            </a:r>
            <a:r>
              <a:rPr lang="en-US" sz="1500" dirty="0" err="1">
                <a:latin typeface="Century Schoolbook" panose="02040604050505020304" pitchFamily="18" charset="0"/>
              </a:rPr>
              <a:t>wifi</a:t>
            </a:r>
            <a:r>
              <a:rPr lang="en-US" sz="1500" dirty="0">
                <a:latin typeface="Century Schoolbook" panose="02040604050505020304" pitchFamily="18" charset="0"/>
              </a:rPr>
              <a:t> card could come in handy.</a:t>
            </a:r>
          </a:p>
        </p:txBody>
      </p:sp>
      <p:pic>
        <p:nvPicPr>
          <p:cNvPr id="7" name="Picture 6" descr="Definition of expansion card | PCMag">
            <a:extLst>
              <a:ext uri="{FF2B5EF4-FFF2-40B4-BE49-F238E27FC236}">
                <a16:creationId xmlns:a16="http://schemas.microsoft.com/office/drawing/2014/main" id="{892AC921-676C-FD8D-9609-779084ECB840}"/>
              </a:ext>
            </a:extLst>
          </p:cNvPr>
          <p:cNvPicPr>
            <a:picLocks noChangeAspect="1"/>
          </p:cNvPicPr>
          <p:nvPr/>
        </p:nvPicPr>
        <p:blipFill>
          <a:blip r:embed="rId2"/>
          <a:stretch>
            <a:fillRect/>
          </a:stretch>
        </p:blipFill>
        <p:spPr>
          <a:xfrm>
            <a:off x="5869815" y="164592"/>
            <a:ext cx="1345434" cy="3456432"/>
          </a:xfrm>
          <a:prstGeom prst="rect">
            <a:avLst/>
          </a:prstGeom>
        </p:spPr>
      </p:pic>
      <p:pic>
        <p:nvPicPr>
          <p:cNvPr id="4" name="Picture 3" descr="Expansion Cards and their Slots on Motherboard | by Baseer Hussain |  Computing Technology with IT Fundamentals | Medium">
            <a:extLst>
              <a:ext uri="{FF2B5EF4-FFF2-40B4-BE49-F238E27FC236}">
                <a16:creationId xmlns:a16="http://schemas.microsoft.com/office/drawing/2014/main" id="{CB1A9397-77D5-93CE-36E5-CEE70C074B0C}"/>
              </a:ext>
            </a:extLst>
          </p:cNvPr>
          <p:cNvPicPr>
            <a:picLocks noChangeAspect="1"/>
          </p:cNvPicPr>
          <p:nvPr/>
        </p:nvPicPr>
        <p:blipFill>
          <a:blip r:embed="rId3"/>
          <a:stretch>
            <a:fillRect/>
          </a:stretch>
        </p:blipFill>
        <p:spPr>
          <a:xfrm>
            <a:off x="8247888" y="222430"/>
            <a:ext cx="3785616" cy="2526898"/>
          </a:xfrm>
          <a:prstGeom prst="rect">
            <a:avLst/>
          </a:prstGeom>
        </p:spPr>
      </p:pic>
      <p:pic>
        <p:nvPicPr>
          <p:cNvPr id="5" name="Picture 4" descr="What Is an Expansion Card?">
            <a:extLst>
              <a:ext uri="{FF2B5EF4-FFF2-40B4-BE49-F238E27FC236}">
                <a16:creationId xmlns:a16="http://schemas.microsoft.com/office/drawing/2014/main" id="{30F65DF4-63AB-E7BE-D1DE-CE6C0107E7D0}"/>
              </a:ext>
            </a:extLst>
          </p:cNvPr>
          <p:cNvPicPr>
            <a:picLocks noChangeAspect="1"/>
          </p:cNvPicPr>
          <p:nvPr/>
        </p:nvPicPr>
        <p:blipFill>
          <a:blip r:embed="rId4"/>
          <a:stretch>
            <a:fillRect/>
          </a:stretch>
        </p:blipFill>
        <p:spPr>
          <a:xfrm>
            <a:off x="5349505" y="3795522"/>
            <a:ext cx="2386053" cy="2398044"/>
          </a:xfrm>
          <a:prstGeom prst="rect">
            <a:avLst/>
          </a:prstGeom>
        </p:spPr>
      </p:pic>
      <p:pic>
        <p:nvPicPr>
          <p:cNvPr id="6" name="Picture 5" descr="Definition of expansion card | PCMag">
            <a:extLst>
              <a:ext uri="{FF2B5EF4-FFF2-40B4-BE49-F238E27FC236}">
                <a16:creationId xmlns:a16="http://schemas.microsoft.com/office/drawing/2014/main" id="{E6E17DC5-27CB-6983-1717-47D3EA826EA1}"/>
              </a:ext>
            </a:extLst>
          </p:cNvPr>
          <p:cNvPicPr>
            <a:picLocks noChangeAspect="1"/>
          </p:cNvPicPr>
          <p:nvPr/>
        </p:nvPicPr>
        <p:blipFill>
          <a:blip r:embed="rId5"/>
          <a:stretch>
            <a:fillRect/>
          </a:stretch>
        </p:blipFill>
        <p:spPr>
          <a:xfrm>
            <a:off x="8604877" y="2971759"/>
            <a:ext cx="3071638" cy="3221807"/>
          </a:xfrm>
          <a:prstGeom prst="rect">
            <a:avLst/>
          </a:prstGeom>
        </p:spPr>
      </p:pic>
    </p:spTree>
    <p:extLst>
      <p:ext uri="{BB962C8B-B14F-4D97-AF65-F5344CB8AC3E}">
        <p14:creationId xmlns:p14="http://schemas.microsoft.com/office/powerpoint/2010/main" val="2332734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ADA44-C68B-322B-70E0-AB473CAB0C42}"/>
              </a:ext>
            </a:extLst>
          </p:cNvPr>
          <p:cNvSpPr>
            <a:spLocks noGrp="1"/>
          </p:cNvSpPr>
          <p:nvPr>
            <p:ph type="title"/>
          </p:nvPr>
        </p:nvSpPr>
        <p:spPr>
          <a:xfrm>
            <a:off x="762000" y="1138036"/>
            <a:ext cx="3893126" cy="1402470"/>
          </a:xfrm>
        </p:spPr>
        <p:txBody>
          <a:bodyPr anchor="t">
            <a:normAutofit/>
          </a:bodyPr>
          <a:lstStyle/>
          <a:p>
            <a:r>
              <a:rPr lang="en-US" sz="3200" dirty="0">
                <a:latin typeface="Haettenschweiler" panose="020B0706040902060204" pitchFamily="34" charset="0"/>
              </a:rPr>
              <a:t>Term 6 - Expansion Slots</a:t>
            </a:r>
          </a:p>
        </p:txBody>
      </p:sp>
      <p:cxnSp>
        <p:nvCxnSpPr>
          <p:cNvPr id="11" name="Straight Connector 10">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3846013-EDAC-C740-7BE8-FE7A23367768}"/>
              </a:ext>
            </a:extLst>
          </p:cNvPr>
          <p:cNvSpPr>
            <a:spLocks noGrp="1"/>
          </p:cNvSpPr>
          <p:nvPr>
            <p:ph idx="1"/>
          </p:nvPr>
        </p:nvSpPr>
        <p:spPr>
          <a:xfrm>
            <a:off x="762001" y="2551176"/>
            <a:ext cx="3893126" cy="3591207"/>
          </a:xfrm>
        </p:spPr>
        <p:txBody>
          <a:bodyPr>
            <a:normAutofit/>
          </a:bodyPr>
          <a:lstStyle/>
          <a:p>
            <a:r>
              <a:rPr lang="en-US" sz="1400" dirty="0"/>
              <a:t>An expansion slot is a socket on the computer of the motherboard. It allows you to attach and install components that were not previously there. These slots when used are able to enhance your functionality to your system. There are several slots that are known, those being - </a:t>
            </a:r>
            <a:r>
              <a:rPr lang="en-CA" sz="1400" dirty="0"/>
              <a:t> peripheral component interconnect (PCI), PCI express (PCIe), accelerated graphics port (AGP), and industry standard architecture (ISA). People who use these slots are gamers, video editors, IT professionals and office workers. One uses so they don’t have any lag when playing, another for lag free audio, handle massive internet traffic and </a:t>
            </a:r>
            <a:r>
              <a:rPr lang="en-CA" sz="1400" dirty="0" err="1"/>
              <a:t>hardrives</a:t>
            </a:r>
            <a:r>
              <a:rPr lang="en-CA" sz="1400" dirty="0"/>
              <a:t> or for Wi-Fi cards or connection cards.</a:t>
            </a:r>
            <a:endParaRPr lang="en-US" sz="1400" dirty="0"/>
          </a:p>
        </p:txBody>
      </p:sp>
      <p:pic>
        <p:nvPicPr>
          <p:cNvPr id="6" name="Picture 5" descr="Everything You Need to Know About M.2 Expansion Slots">
            <a:extLst>
              <a:ext uri="{FF2B5EF4-FFF2-40B4-BE49-F238E27FC236}">
                <a16:creationId xmlns:a16="http://schemas.microsoft.com/office/drawing/2014/main" id="{E2866EFD-F416-9950-EA3F-F8BDDA705A6A}"/>
              </a:ext>
            </a:extLst>
          </p:cNvPr>
          <p:cNvPicPr>
            <a:picLocks noChangeAspect="1"/>
          </p:cNvPicPr>
          <p:nvPr/>
        </p:nvPicPr>
        <p:blipFill>
          <a:blip r:embed="rId2"/>
          <a:srcRect b="12595"/>
          <a:stretch>
            <a:fillRect/>
          </a:stretch>
        </p:blipFill>
        <p:spPr>
          <a:xfrm>
            <a:off x="5344391" y="10"/>
            <a:ext cx="6847609" cy="4488855"/>
          </a:xfrm>
          <a:prstGeom prst="rect">
            <a:avLst/>
          </a:prstGeom>
        </p:spPr>
      </p:pic>
      <p:pic>
        <p:nvPicPr>
          <p:cNvPr id="5" name="Picture 4" descr="What are the Expansion Slots | Exploring Different Expansion Slot Types A  Comprehensive Overview">
            <a:extLst>
              <a:ext uri="{FF2B5EF4-FFF2-40B4-BE49-F238E27FC236}">
                <a16:creationId xmlns:a16="http://schemas.microsoft.com/office/drawing/2014/main" id="{99114D0C-ADB7-2E05-35E0-7F57138A29A9}"/>
              </a:ext>
            </a:extLst>
          </p:cNvPr>
          <p:cNvPicPr>
            <a:picLocks noChangeAspect="1"/>
          </p:cNvPicPr>
          <p:nvPr/>
        </p:nvPicPr>
        <p:blipFill>
          <a:blip r:embed="rId3"/>
          <a:srcRect l="18108" r="572" b="-4"/>
          <a:stretch>
            <a:fillRect/>
          </a:stretch>
        </p:blipFill>
        <p:spPr>
          <a:xfrm>
            <a:off x="5344392" y="4488874"/>
            <a:ext cx="3424845" cy="2369126"/>
          </a:xfrm>
          <a:prstGeom prst="rect">
            <a:avLst/>
          </a:prstGeom>
        </p:spPr>
      </p:pic>
      <p:pic>
        <p:nvPicPr>
          <p:cNvPr id="4" name="Picture 3" descr="Expansion Cards and Slots Flashcards | Quizlet">
            <a:extLst>
              <a:ext uri="{FF2B5EF4-FFF2-40B4-BE49-F238E27FC236}">
                <a16:creationId xmlns:a16="http://schemas.microsoft.com/office/drawing/2014/main" id="{2FF38973-6C0D-0980-9B9F-66C25FDE755E}"/>
              </a:ext>
            </a:extLst>
          </p:cNvPr>
          <p:cNvPicPr>
            <a:picLocks noChangeAspect="1"/>
          </p:cNvPicPr>
          <p:nvPr/>
        </p:nvPicPr>
        <p:blipFill>
          <a:blip r:embed="rId4"/>
          <a:srcRect t="7767" r="-1" b="-1"/>
          <a:stretch>
            <a:fillRect/>
          </a:stretch>
        </p:blipFill>
        <p:spPr>
          <a:xfrm>
            <a:off x="8767155" y="4488873"/>
            <a:ext cx="3424845" cy="2369127"/>
          </a:xfrm>
          <a:prstGeom prst="rect">
            <a:avLst/>
          </a:prstGeom>
        </p:spPr>
      </p:pic>
    </p:spTree>
    <p:extLst>
      <p:ext uri="{BB962C8B-B14F-4D97-AF65-F5344CB8AC3E}">
        <p14:creationId xmlns:p14="http://schemas.microsoft.com/office/powerpoint/2010/main" val="2907987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F36CA75-CFBF-4844-B719-8FE9EBADA9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3D4A84B9-E564-4DD0-97F8-DBF1C460C2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4A599609-F5C2-4A0B-A992-913F814A63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40000"/>
            <a:extLst>
              <a:ext uri="{28A0092B-C50C-407E-A947-70E740481C1C}">
                <a14:useLocalDpi xmlns:a14="http://schemas.microsoft.com/office/drawing/2010/main" val="0"/>
              </a:ext>
            </a:extLst>
          </a:blip>
          <a:stretch>
            <a:fillRect/>
          </a:stretch>
        </p:blipFill>
        <p:spPr>
          <a:xfrm>
            <a:off x="0" y="0"/>
            <a:ext cx="12181172" cy="6858000"/>
          </a:xfrm>
          <a:prstGeom prst="rect">
            <a:avLst/>
          </a:prstGeom>
        </p:spPr>
      </p:pic>
      <p:sp>
        <p:nvSpPr>
          <p:cNvPr id="21" name="Rectangle 20">
            <a:extLst>
              <a:ext uri="{FF2B5EF4-FFF2-40B4-BE49-F238E27FC236}">
                <a16:creationId xmlns:a16="http://schemas.microsoft.com/office/drawing/2014/main" id="{102382E0-0A09-46AE-B955-B911CAFE7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7DE75D4A-0965-4973-BE75-DECCAC9A9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Read-only memory - Wikipedia">
            <a:extLst>
              <a:ext uri="{FF2B5EF4-FFF2-40B4-BE49-F238E27FC236}">
                <a16:creationId xmlns:a16="http://schemas.microsoft.com/office/drawing/2014/main" id="{F9C2E5D7-24EF-C732-6A88-F02A3681E219}"/>
              </a:ext>
            </a:extLst>
          </p:cNvPr>
          <p:cNvPicPr>
            <a:picLocks noChangeAspect="1"/>
          </p:cNvPicPr>
          <p:nvPr/>
        </p:nvPicPr>
        <p:blipFill>
          <a:blip r:embed="rId3">
            <a:alphaModFix amt="60000"/>
          </a:blip>
          <a:srcRect t="21173" r="1" b="27166"/>
          <a:stretch>
            <a:fillRect/>
          </a:stretch>
        </p:blipFill>
        <p:spPr>
          <a:xfrm>
            <a:off x="6094532" y="10"/>
            <a:ext cx="6093578" cy="3431119"/>
          </a:xfrm>
          <a:prstGeom prst="rect">
            <a:avLst/>
          </a:prstGeom>
        </p:spPr>
      </p:pic>
      <p:pic>
        <p:nvPicPr>
          <p:cNvPr id="4" name="Picture 3" descr="What Is ROM? How Read-Only-Memory Works in Computers | HowStuffWorks">
            <a:extLst>
              <a:ext uri="{FF2B5EF4-FFF2-40B4-BE49-F238E27FC236}">
                <a16:creationId xmlns:a16="http://schemas.microsoft.com/office/drawing/2014/main" id="{EF6429C5-79E6-281A-2D95-7875D2AC24EB}"/>
              </a:ext>
            </a:extLst>
          </p:cNvPr>
          <p:cNvPicPr>
            <a:picLocks noChangeAspect="1"/>
          </p:cNvPicPr>
          <p:nvPr/>
        </p:nvPicPr>
        <p:blipFill>
          <a:blip r:embed="rId4">
            <a:alphaModFix amt="60000"/>
          </a:blip>
          <a:srcRect l="101" r="-3" b="-3"/>
          <a:stretch>
            <a:fillRect/>
          </a:stretch>
        </p:blipFill>
        <p:spPr>
          <a:xfrm>
            <a:off x="4763" y="10"/>
            <a:ext cx="6093578" cy="3431119"/>
          </a:xfrm>
          <a:prstGeom prst="rect">
            <a:avLst/>
          </a:prstGeom>
        </p:spPr>
      </p:pic>
      <p:sp>
        <p:nvSpPr>
          <p:cNvPr id="2" name="Title 1">
            <a:extLst>
              <a:ext uri="{FF2B5EF4-FFF2-40B4-BE49-F238E27FC236}">
                <a16:creationId xmlns:a16="http://schemas.microsoft.com/office/drawing/2014/main" id="{EC2E4CBB-DBE1-9D3C-6129-A7BBCD4A6195}"/>
              </a:ext>
            </a:extLst>
          </p:cNvPr>
          <p:cNvSpPr>
            <a:spLocks noGrp="1"/>
          </p:cNvSpPr>
          <p:nvPr>
            <p:ph type="title"/>
          </p:nvPr>
        </p:nvSpPr>
        <p:spPr>
          <a:xfrm>
            <a:off x="1191965" y="552807"/>
            <a:ext cx="9801854" cy="2790331"/>
          </a:xfrm>
        </p:spPr>
        <p:txBody>
          <a:bodyPr anchor="b">
            <a:normAutofit/>
          </a:bodyPr>
          <a:lstStyle/>
          <a:p>
            <a:pPr algn="ctr"/>
            <a:r>
              <a:rPr lang="en-US" sz="4800">
                <a:solidFill>
                  <a:srgbClr val="FFFFFF"/>
                </a:solidFill>
              </a:rPr>
              <a:t>Term 7a – Memory (ROM)</a:t>
            </a:r>
          </a:p>
        </p:txBody>
      </p:sp>
      <p:pic>
        <p:nvPicPr>
          <p:cNvPr id="8" name="Picture 7" descr="Rom Memory Stock Photos, Images and Backgrounds for Free Download">
            <a:extLst>
              <a:ext uri="{FF2B5EF4-FFF2-40B4-BE49-F238E27FC236}">
                <a16:creationId xmlns:a16="http://schemas.microsoft.com/office/drawing/2014/main" id="{06F5C742-3000-3248-74B0-FEBA07834458}"/>
              </a:ext>
            </a:extLst>
          </p:cNvPr>
          <p:cNvPicPr>
            <a:picLocks noChangeAspect="1"/>
          </p:cNvPicPr>
          <p:nvPr/>
        </p:nvPicPr>
        <p:blipFill>
          <a:blip r:embed="rId5">
            <a:alphaModFix amt="60000"/>
          </a:blip>
          <a:srcRect r="549" b="3"/>
          <a:stretch>
            <a:fillRect/>
          </a:stretch>
        </p:blipFill>
        <p:spPr>
          <a:xfrm>
            <a:off x="6097280" y="3426870"/>
            <a:ext cx="6093578" cy="3431129"/>
          </a:xfrm>
          <a:prstGeom prst="rect">
            <a:avLst/>
          </a:prstGeom>
        </p:spPr>
      </p:pic>
      <p:pic>
        <p:nvPicPr>
          <p:cNvPr id="7" name="Picture 6">
            <a:extLst>
              <a:ext uri="{FF2B5EF4-FFF2-40B4-BE49-F238E27FC236}">
                <a16:creationId xmlns:a16="http://schemas.microsoft.com/office/drawing/2014/main" id="{67ED3317-0368-37D5-D9BD-423510280452}"/>
              </a:ext>
            </a:extLst>
          </p:cNvPr>
          <p:cNvPicPr>
            <a:picLocks noChangeAspect="1"/>
          </p:cNvPicPr>
          <p:nvPr/>
        </p:nvPicPr>
        <p:blipFill>
          <a:blip r:embed="rId6">
            <a:alphaModFix amt="60000"/>
          </a:blip>
          <a:srcRect t="36808" r="2" b="31304"/>
          <a:stretch>
            <a:fillRect/>
          </a:stretch>
        </p:blipFill>
        <p:spPr>
          <a:xfrm>
            <a:off x="7511" y="3426870"/>
            <a:ext cx="6093578" cy="3431129"/>
          </a:xfrm>
          <a:prstGeom prst="rect">
            <a:avLst/>
          </a:prstGeom>
        </p:spPr>
      </p:pic>
      <p:sp>
        <p:nvSpPr>
          <p:cNvPr id="3" name="Content Placeholder 2">
            <a:extLst>
              <a:ext uri="{FF2B5EF4-FFF2-40B4-BE49-F238E27FC236}">
                <a16:creationId xmlns:a16="http://schemas.microsoft.com/office/drawing/2014/main" id="{A8393614-931E-5659-D277-B86A9E536556}"/>
              </a:ext>
            </a:extLst>
          </p:cNvPr>
          <p:cNvSpPr>
            <a:spLocks noGrp="1"/>
          </p:cNvSpPr>
          <p:nvPr>
            <p:ph idx="1"/>
          </p:nvPr>
        </p:nvSpPr>
        <p:spPr>
          <a:xfrm>
            <a:off x="1191966" y="3510476"/>
            <a:ext cx="9801854" cy="2614231"/>
          </a:xfrm>
        </p:spPr>
        <p:txBody>
          <a:bodyPr anchor="t">
            <a:normAutofit/>
          </a:bodyPr>
          <a:lstStyle/>
          <a:p>
            <a:pPr algn="just"/>
            <a:r>
              <a:rPr lang="en-US" sz="1800" dirty="0">
                <a:solidFill>
                  <a:srgbClr val="FFFFFF"/>
                </a:solidFill>
                <a:latin typeface="ADLaM Display" panose="02010000000000000000" pitchFamily="2" charset="0"/>
                <a:ea typeface="ADLaM Display" panose="02010000000000000000" pitchFamily="2" charset="0"/>
                <a:cs typeface="ADLaM Display" panose="02010000000000000000" pitchFamily="2" charset="0"/>
              </a:rPr>
              <a:t>ROM is known as (Read On Memory), this is a type of memory where there is stored permanent instructions and data stored into the device for start up. As the name suggest Rom can only read from, not written to. This type of data cannot be changed, even if you turn off. The memory will still be retained to perform basic functions such as, initializing hardware and loading to operating systems. They remain unchanged even after the computer has been programed. </a:t>
            </a:r>
            <a:r>
              <a:rPr lang="en-CA" sz="1800" dirty="0">
                <a:solidFill>
                  <a:srgbClr val="FFFFFF"/>
                </a:solidFill>
                <a:latin typeface="ADLaM Display" panose="02010000000000000000" pitchFamily="2" charset="0"/>
                <a:ea typeface="ADLaM Display" panose="02010000000000000000" pitchFamily="2" charset="0"/>
                <a:cs typeface="ADLaM Display" panose="02010000000000000000" pitchFamily="2" charset="0"/>
              </a:rPr>
              <a:t>ROM operates using integrated circuits called "memory cells." When current passes through these transistors, they create a magnetic field which stores the data from the memory cell until it is cleared by another signal being sent through the transistor.</a:t>
            </a:r>
            <a:endParaRPr lang="en-US" sz="1800" dirty="0">
              <a:solidFill>
                <a:srgbClr val="FFFFFF"/>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sz="1800" dirty="0">
              <a:solidFill>
                <a:srgbClr val="FFFFFF"/>
              </a:solidFill>
            </a:endParaRPr>
          </a:p>
          <a:p>
            <a:pPr algn="ctr"/>
            <a:endParaRPr lang="en-US" sz="1800" dirty="0">
              <a:solidFill>
                <a:srgbClr val="FFFFFF"/>
              </a:solidFill>
            </a:endParaRPr>
          </a:p>
          <a:p>
            <a:pPr algn="ctr"/>
            <a:endParaRPr lang="en-US" sz="1800" dirty="0">
              <a:solidFill>
                <a:srgbClr val="FFFFFF"/>
              </a:solidFill>
            </a:endParaRPr>
          </a:p>
          <a:p>
            <a:pPr algn="ctr"/>
            <a:endParaRPr lang="en-US" sz="1800" dirty="0">
              <a:solidFill>
                <a:srgbClr val="FFFFFF"/>
              </a:solidFill>
            </a:endParaRPr>
          </a:p>
        </p:txBody>
      </p:sp>
    </p:spTree>
    <p:extLst>
      <p:ext uri="{BB962C8B-B14F-4D97-AF65-F5344CB8AC3E}">
        <p14:creationId xmlns:p14="http://schemas.microsoft.com/office/powerpoint/2010/main" val="1164961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B068B58-6F94-4AFF-A8A7-18573884D6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16">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19" name="Rectangle 18">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BE5B028C-7535-45E5-9D2C-32C50D0E0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Title 1">
            <a:extLst>
              <a:ext uri="{FF2B5EF4-FFF2-40B4-BE49-F238E27FC236}">
                <a16:creationId xmlns:a16="http://schemas.microsoft.com/office/drawing/2014/main" id="{71405213-3827-1162-46A9-9055CA516A6C}"/>
              </a:ext>
            </a:extLst>
          </p:cNvPr>
          <p:cNvSpPr>
            <a:spLocks noGrp="1"/>
          </p:cNvSpPr>
          <p:nvPr>
            <p:ph type="title"/>
          </p:nvPr>
        </p:nvSpPr>
        <p:spPr>
          <a:xfrm>
            <a:off x="1191966" y="900622"/>
            <a:ext cx="4997189" cy="1893524"/>
          </a:xfrm>
        </p:spPr>
        <p:txBody>
          <a:bodyPr anchor="b">
            <a:normAutofit/>
          </a:bodyPr>
          <a:lstStyle/>
          <a:p>
            <a:r>
              <a:rPr lang="en-US" sz="4800" b="0" i="0" u="none" strike="noStrike" baseline="0">
                <a:latin typeface="Algerian" panose="04020705040A02060702" pitchFamily="82" charset="0"/>
              </a:rPr>
              <a:t>Term 7b – Memory (</a:t>
            </a:r>
            <a:r>
              <a:rPr lang="en-US" sz="4800">
                <a:latin typeface="Algerian" panose="04020705040A02060702" pitchFamily="82" charset="0"/>
              </a:rPr>
              <a:t>RAM</a:t>
            </a:r>
            <a:r>
              <a:rPr lang="en-US" sz="4800" b="0" i="0" u="none" strike="noStrike" baseline="0">
                <a:latin typeface="Algerian" panose="04020705040A02060702" pitchFamily="82" charset="0"/>
              </a:rPr>
              <a:t>)</a:t>
            </a:r>
            <a:r>
              <a:rPr lang="en-US" sz="4800" b="0" i="0">
                <a:latin typeface="Algerian" panose="04020705040A02060702" pitchFamily="82" charset="0"/>
                <a:ea typeface="Aptos Display"/>
                <a:cs typeface="Aptos Display"/>
              </a:rPr>
              <a:t>​</a:t>
            </a:r>
            <a:endParaRPr lang="en-US" sz="4800">
              <a:latin typeface="Algerian" panose="04020705040A02060702" pitchFamily="82" charset="0"/>
            </a:endParaRPr>
          </a:p>
        </p:txBody>
      </p:sp>
      <p:sp>
        <p:nvSpPr>
          <p:cNvPr id="3" name="Content Placeholder 2">
            <a:extLst>
              <a:ext uri="{FF2B5EF4-FFF2-40B4-BE49-F238E27FC236}">
                <a16:creationId xmlns:a16="http://schemas.microsoft.com/office/drawing/2014/main" id="{977CBA10-003A-7CF1-D05E-A3B91EB89222}"/>
              </a:ext>
            </a:extLst>
          </p:cNvPr>
          <p:cNvSpPr>
            <a:spLocks noGrp="1"/>
          </p:cNvSpPr>
          <p:nvPr>
            <p:ph idx="1"/>
          </p:nvPr>
        </p:nvSpPr>
        <p:spPr>
          <a:xfrm>
            <a:off x="1191966" y="2965593"/>
            <a:ext cx="4997189" cy="2941544"/>
          </a:xfrm>
        </p:spPr>
        <p:txBody>
          <a:bodyPr>
            <a:normAutofit/>
          </a:bodyPr>
          <a:lstStyle/>
          <a:p>
            <a:r>
              <a:rPr lang="en-US" sz="1300">
                <a:latin typeface="Eras Medium ITC" panose="020B0602030504020804" pitchFamily="34" charset="0"/>
              </a:rPr>
              <a:t>RAM is defined as an acronym known as (Random Access Memory). The function of ram is required in PC’s to store data where inside, your processor can run applications and open files. RAM is usually a rectangular circuit board with memory chips called memory modules attached to them, which are import . The reason for this statement is that they must work in order for the user to have a better experience. RAM is required for gaming ,streaming a movie on your computer  and loading data, the quicker RAM is the better. If it is slow than you are just going to be looking at a cursor entirely. It is similar to if</a:t>
            </a:r>
            <a:r>
              <a:rPr lang="en-CA" sz="1300">
                <a:latin typeface="Eras Medium ITC" panose="020B0602030504020804" pitchFamily="34" charset="0"/>
              </a:rPr>
              <a:t> one asked you to gather up a bunch of tennis balls left on a court, but there were more than you could easily carry in your hands. You would have to start shuffling the balls around and stashing them in pockets or in your arms in order to move them all at once.</a:t>
            </a:r>
            <a:r>
              <a:rPr lang="en-US" sz="1300">
                <a:latin typeface="Eras Medium ITC" panose="020B0602030504020804" pitchFamily="34" charset="0"/>
              </a:rPr>
              <a:t> </a:t>
            </a:r>
          </a:p>
        </p:txBody>
      </p:sp>
      <p:pic>
        <p:nvPicPr>
          <p:cNvPr id="6" name="Picture 5" descr="How RAM Works | HowStuffWorks">
            <a:extLst>
              <a:ext uri="{FF2B5EF4-FFF2-40B4-BE49-F238E27FC236}">
                <a16:creationId xmlns:a16="http://schemas.microsoft.com/office/drawing/2014/main" id="{D20E92EB-C44E-07E3-E6FC-D4B4C5178275}"/>
              </a:ext>
            </a:extLst>
          </p:cNvPr>
          <p:cNvPicPr>
            <a:picLocks noChangeAspect="1"/>
          </p:cNvPicPr>
          <p:nvPr/>
        </p:nvPicPr>
        <p:blipFill>
          <a:blip r:embed="rId3"/>
          <a:srcRect l="34390" r="10197" b="-4"/>
          <a:stretch>
            <a:fillRect/>
          </a:stretch>
        </p:blipFill>
        <p:spPr>
          <a:xfrm>
            <a:off x="6469128" y="895610"/>
            <a:ext cx="2406698" cy="2443150"/>
          </a:xfrm>
          <a:prstGeom prst="rect">
            <a:avLst/>
          </a:prstGeom>
        </p:spPr>
      </p:pic>
      <p:pic>
        <p:nvPicPr>
          <p:cNvPr id="5" name="Picture 4">
            <a:extLst>
              <a:ext uri="{FF2B5EF4-FFF2-40B4-BE49-F238E27FC236}">
                <a16:creationId xmlns:a16="http://schemas.microsoft.com/office/drawing/2014/main" id="{89BE5A6C-CF02-CA43-89B2-5B76F22C7BAD}"/>
              </a:ext>
            </a:extLst>
          </p:cNvPr>
          <p:cNvPicPr>
            <a:picLocks noChangeAspect="1"/>
          </p:cNvPicPr>
          <p:nvPr/>
        </p:nvPicPr>
        <p:blipFill>
          <a:blip r:embed="rId4"/>
          <a:srcRect l="19668" r="23688" b="-4"/>
          <a:stretch>
            <a:fillRect/>
          </a:stretch>
        </p:blipFill>
        <p:spPr>
          <a:xfrm>
            <a:off x="9059619" y="895610"/>
            <a:ext cx="2406698" cy="2443150"/>
          </a:xfrm>
          <a:prstGeom prst="rect">
            <a:avLst/>
          </a:prstGeom>
        </p:spPr>
      </p:pic>
      <p:pic>
        <p:nvPicPr>
          <p:cNvPr id="7" name="Picture 6" descr="How much RAM do I need? Here's how to know | Tom's Guide">
            <a:extLst>
              <a:ext uri="{FF2B5EF4-FFF2-40B4-BE49-F238E27FC236}">
                <a16:creationId xmlns:a16="http://schemas.microsoft.com/office/drawing/2014/main" id="{9027623F-403D-C20E-532D-6DA4C8C417EB}"/>
              </a:ext>
            </a:extLst>
          </p:cNvPr>
          <p:cNvPicPr>
            <a:picLocks noChangeAspect="1"/>
          </p:cNvPicPr>
          <p:nvPr/>
        </p:nvPicPr>
        <p:blipFill>
          <a:blip r:embed="rId5"/>
          <a:srcRect l="33570" r="11017" b="-4"/>
          <a:stretch>
            <a:fillRect/>
          </a:stretch>
        </p:blipFill>
        <p:spPr>
          <a:xfrm>
            <a:off x="6469128" y="3504974"/>
            <a:ext cx="2406698" cy="2443150"/>
          </a:xfrm>
          <a:prstGeom prst="rect">
            <a:avLst/>
          </a:prstGeom>
        </p:spPr>
      </p:pic>
      <p:pic>
        <p:nvPicPr>
          <p:cNvPr id="8" name="Picture 7" descr="What is RAM? Functions and Types of RAM Explained">
            <a:extLst>
              <a:ext uri="{FF2B5EF4-FFF2-40B4-BE49-F238E27FC236}">
                <a16:creationId xmlns:a16="http://schemas.microsoft.com/office/drawing/2014/main" id="{13A0D9E2-8FD0-BA88-8A91-368D701965BC}"/>
              </a:ext>
            </a:extLst>
          </p:cNvPr>
          <p:cNvPicPr>
            <a:picLocks noChangeAspect="1"/>
          </p:cNvPicPr>
          <p:nvPr/>
        </p:nvPicPr>
        <p:blipFill>
          <a:blip r:embed="rId6"/>
          <a:srcRect l="23729" r="19876" b="2"/>
          <a:stretch>
            <a:fillRect/>
          </a:stretch>
        </p:blipFill>
        <p:spPr>
          <a:xfrm>
            <a:off x="9059619" y="3504974"/>
            <a:ext cx="2406698" cy="2443150"/>
          </a:xfrm>
          <a:prstGeom prst="rect">
            <a:avLst/>
          </a:prstGeom>
        </p:spPr>
      </p:pic>
    </p:spTree>
    <p:extLst>
      <p:ext uri="{BB962C8B-B14F-4D97-AF65-F5344CB8AC3E}">
        <p14:creationId xmlns:p14="http://schemas.microsoft.com/office/powerpoint/2010/main" val="2305934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33EDA0D-F54B-48BB-9910-7DB6A5FBA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3A73256-0EB9-4289-A040-E77C05B42F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0"/>
            <a:ext cx="12192000" cy="2395820"/>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4FE2E0-0356-4DC9-A129-5C677E5BBF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080500" y="6"/>
            <a:ext cx="3111498" cy="2835780"/>
          </a:xfrm>
          <a:prstGeom prst="rect">
            <a:avLst/>
          </a:prstGeom>
          <a:gradFill>
            <a:gsLst>
              <a:gs pos="0">
                <a:srgbClr val="000000">
                  <a:alpha val="63000"/>
                </a:srgbClr>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AF9516E-11D6-4EBA-B6FD-722514EE9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
            <a:ext cx="12192000" cy="2395815"/>
          </a:xfrm>
          <a:prstGeom prst="rect">
            <a:avLst/>
          </a:prstGeom>
          <a:gradFill>
            <a:gsLst>
              <a:gs pos="39000">
                <a:schemeClr val="accent1">
                  <a:lumMod val="50000"/>
                  <a:alpha val="0"/>
                </a:schemeClr>
              </a:gs>
              <a:gs pos="100000">
                <a:srgbClr val="000000">
                  <a:alpha val="72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1E68CD86-EBCA-4577-B9FD-960CCEE8C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26042" y="9496"/>
            <a:ext cx="11765956" cy="2376835"/>
          </a:xfrm>
          <a:prstGeom prst="rect">
            <a:avLst/>
          </a:prstGeom>
          <a:gradFill>
            <a:gsLst>
              <a:gs pos="0">
                <a:srgbClr val="000000">
                  <a:alpha val="8000"/>
                </a:srgbClr>
              </a:gs>
              <a:gs pos="76000">
                <a:schemeClr val="accent1">
                  <a:lumMod val="75000"/>
                  <a:alpha val="22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47375B-2E47-21C9-FE0C-90CD94D4DB33}"/>
              </a:ext>
            </a:extLst>
          </p:cNvPr>
          <p:cNvSpPr>
            <a:spLocks noGrp="1"/>
          </p:cNvSpPr>
          <p:nvPr>
            <p:ph type="title"/>
          </p:nvPr>
        </p:nvSpPr>
        <p:spPr>
          <a:xfrm>
            <a:off x="1371599" y="365125"/>
            <a:ext cx="9748522" cy="1325563"/>
          </a:xfrm>
        </p:spPr>
        <p:txBody>
          <a:bodyPr>
            <a:normAutofit/>
          </a:bodyPr>
          <a:lstStyle/>
          <a:p>
            <a:r>
              <a:rPr lang="en-US" sz="4000">
                <a:solidFill>
                  <a:srgbClr val="FFFFFF"/>
                </a:solidFill>
                <a:latin typeface="Times New Roman" panose="02020603050405020304" pitchFamily="18" charset="0"/>
                <a:cs typeface="Times New Roman" panose="02020603050405020304" pitchFamily="18" charset="0"/>
              </a:rPr>
              <a:t>Term 8– Motherboard</a:t>
            </a:r>
          </a:p>
        </p:txBody>
      </p:sp>
      <p:pic>
        <p:nvPicPr>
          <p:cNvPr id="7" name="Picture 6" descr="Motherboard parts and their functions 💻#computer #techtips #technology  #computertricks #viralreels">
            <a:extLst>
              <a:ext uri="{FF2B5EF4-FFF2-40B4-BE49-F238E27FC236}">
                <a16:creationId xmlns:a16="http://schemas.microsoft.com/office/drawing/2014/main" id="{5B9B2958-FF2D-57E4-92DD-F627C0B791C3}"/>
              </a:ext>
            </a:extLst>
          </p:cNvPr>
          <p:cNvPicPr>
            <a:picLocks noChangeAspect="1"/>
          </p:cNvPicPr>
          <p:nvPr/>
        </p:nvPicPr>
        <p:blipFill>
          <a:blip r:embed="rId2"/>
          <a:srcRect t="6708" r="3" b="37293"/>
          <a:stretch>
            <a:fillRect/>
          </a:stretch>
        </p:blipFill>
        <p:spPr>
          <a:xfrm>
            <a:off x="1045013" y="1824895"/>
            <a:ext cx="2282932" cy="2282932"/>
          </a:xfrm>
          <a:custGeom>
            <a:avLst/>
            <a:gdLst/>
            <a:ahLst/>
            <a:cxnLst/>
            <a:rect l="l" t="t" r="r" b="b"/>
            <a:pathLst>
              <a:path w="2282932" h="2282932">
                <a:moveTo>
                  <a:pt x="1141466" y="0"/>
                </a:moveTo>
                <a:cubicBezTo>
                  <a:pt x="1771880" y="0"/>
                  <a:pt x="2282932" y="511052"/>
                  <a:pt x="2282932" y="1141466"/>
                </a:cubicBezTo>
                <a:cubicBezTo>
                  <a:pt x="2282932" y="1771880"/>
                  <a:pt x="1771880" y="2282932"/>
                  <a:pt x="1141466" y="2282932"/>
                </a:cubicBezTo>
                <a:cubicBezTo>
                  <a:pt x="511052" y="2282932"/>
                  <a:pt x="0" y="1771880"/>
                  <a:pt x="0" y="1141466"/>
                </a:cubicBezTo>
                <a:cubicBezTo>
                  <a:pt x="0" y="511052"/>
                  <a:pt x="511052" y="0"/>
                  <a:pt x="1141466" y="0"/>
                </a:cubicBezTo>
                <a:close/>
              </a:path>
            </a:pathLst>
          </a:custGeom>
        </p:spPr>
      </p:pic>
      <p:pic>
        <p:nvPicPr>
          <p:cNvPr id="4" name="Picture 3" descr="What Is a Motherboard?">
            <a:extLst>
              <a:ext uri="{FF2B5EF4-FFF2-40B4-BE49-F238E27FC236}">
                <a16:creationId xmlns:a16="http://schemas.microsoft.com/office/drawing/2014/main" id="{11361A7E-993D-3317-C819-EF9655A62094}"/>
              </a:ext>
            </a:extLst>
          </p:cNvPr>
          <p:cNvPicPr>
            <a:picLocks noChangeAspect="1"/>
          </p:cNvPicPr>
          <p:nvPr/>
        </p:nvPicPr>
        <p:blipFill>
          <a:blip r:embed="rId3"/>
          <a:srcRect t="3076" r="5" b="9647"/>
          <a:stretch>
            <a:fillRect/>
          </a:stretch>
        </p:blipFill>
        <p:spPr>
          <a:xfrm>
            <a:off x="3650350" y="1816875"/>
            <a:ext cx="2282932" cy="2282932"/>
          </a:xfrm>
          <a:custGeom>
            <a:avLst/>
            <a:gdLst/>
            <a:ahLst/>
            <a:cxnLst/>
            <a:rect l="l" t="t" r="r" b="b"/>
            <a:pathLst>
              <a:path w="2282932" h="2282932">
                <a:moveTo>
                  <a:pt x="1141466" y="0"/>
                </a:moveTo>
                <a:cubicBezTo>
                  <a:pt x="1771880" y="0"/>
                  <a:pt x="2282932" y="511052"/>
                  <a:pt x="2282932" y="1141466"/>
                </a:cubicBezTo>
                <a:cubicBezTo>
                  <a:pt x="2282932" y="1771880"/>
                  <a:pt x="1771880" y="2282932"/>
                  <a:pt x="1141466" y="2282932"/>
                </a:cubicBezTo>
                <a:cubicBezTo>
                  <a:pt x="511052" y="2282932"/>
                  <a:pt x="0" y="1771880"/>
                  <a:pt x="0" y="1141466"/>
                </a:cubicBezTo>
                <a:cubicBezTo>
                  <a:pt x="0" y="511052"/>
                  <a:pt x="511052" y="0"/>
                  <a:pt x="1141466" y="0"/>
                </a:cubicBezTo>
                <a:close/>
              </a:path>
            </a:pathLst>
          </a:custGeom>
        </p:spPr>
      </p:pic>
      <p:pic>
        <p:nvPicPr>
          <p:cNvPr id="6" name="Picture 5" descr="Cpu Motherboard Computer Computer Cpu Motherboard Easy To Install Heat  Resistance Intel H61">
            <a:extLst>
              <a:ext uri="{FF2B5EF4-FFF2-40B4-BE49-F238E27FC236}">
                <a16:creationId xmlns:a16="http://schemas.microsoft.com/office/drawing/2014/main" id="{65F5C8F8-243A-78FE-B2E5-FD7575AB9EDA}"/>
              </a:ext>
            </a:extLst>
          </p:cNvPr>
          <p:cNvPicPr>
            <a:picLocks noChangeAspect="1"/>
          </p:cNvPicPr>
          <p:nvPr/>
        </p:nvPicPr>
        <p:blipFill>
          <a:blip r:embed="rId4"/>
          <a:srcRect r="-6" b="-6"/>
          <a:stretch>
            <a:fillRect/>
          </a:stretch>
        </p:blipFill>
        <p:spPr>
          <a:xfrm>
            <a:off x="6292739" y="1816875"/>
            <a:ext cx="2282932" cy="2282932"/>
          </a:xfrm>
          <a:custGeom>
            <a:avLst/>
            <a:gdLst/>
            <a:ahLst/>
            <a:cxnLst/>
            <a:rect l="l" t="t" r="r" b="b"/>
            <a:pathLst>
              <a:path w="2282932" h="2282932">
                <a:moveTo>
                  <a:pt x="1141466" y="0"/>
                </a:moveTo>
                <a:cubicBezTo>
                  <a:pt x="1771880" y="0"/>
                  <a:pt x="2282932" y="511052"/>
                  <a:pt x="2282932" y="1141466"/>
                </a:cubicBezTo>
                <a:cubicBezTo>
                  <a:pt x="2282932" y="1771880"/>
                  <a:pt x="1771880" y="2282932"/>
                  <a:pt x="1141466" y="2282932"/>
                </a:cubicBezTo>
                <a:cubicBezTo>
                  <a:pt x="511052" y="2282932"/>
                  <a:pt x="0" y="1771880"/>
                  <a:pt x="0" y="1141466"/>
                </a:cubicBezTo>
                <a:cubicBezTo>
                  <a:pt x="0" y="511052"/>
                  <a:pt x="511052" y="0"/>
                  <a:pt x="1141466" y="0"/>
                </a:cubicBezTo>
                <a:close/>
              </a:path>
            </a:pathLst>
          </a:custGeom>
        </p:spPr>
      </p:pic>
      <p:pic>
        <p:nvPicPr>
          <p:cNvPr id="5" name="Picture 4" descr="What Is a Motherboard? Definition, Components, and Functions - Spiceworks">
            <a:extLst>
              <a:ext uri="{FF2B5EF4-FFF2-40B4-BE49-F238E27FC236}">
                <a16:creationId xmlns:a16="http://schemas.microsoft.com/office/drawing/2014/main" id="{3639F27D-8A56-F1FB-2D14-B3115BF2E68B}"/>
              </a:ext>
            </a:extLst>
          </p:cNvPr>
          <p:cNvPicPr>
            <a:picLocks noChangeAspect="1"/>
          </p:cNvPicPr>
          <p:nvPr/>
        </p:nvPicPr>
        <p:blipFill>
          <a:blip r:embed="rId5"/>
          <a:srcRect l="30046" r="19956" b="3"/>
          <a:stretch>
            <a:fillRect/>
          </a:stretch>
        </p:blipFill>
        <p:spPr>
          <a:xfrm>
            <a:off x="8894647" y="1831520"/>
            <a:ext cx="2282932" cy="2282932"/>
          </a:xfrm>
          <a:custGeom>
            <a:avLst/>
            <a:gdLst/>
            <a:ahLst/>
            <a:cxnLst/>
            <a:rect l="l" t="t" r="r" b="b"/>
            <a:pathLst>
              <a:path w="2282932" h="2282932">
                <a:moveTo>
                  <a:pt x="1141466" y="0"/>
                </a:moveTo>
                <a:cubicBezTo>
                  <a:pt x="1771880" y="0"/>
                  <a:pt x="2282932" y="511052"/>
                  <a:pt x="2282932" y="1141466"/>
                </a:cubicBezTo>
                <a:cubicBezTo>
                  <a:pt x="2282932" y="1771880"/>
                  <a:pt x="1771880" y="2282932"/>
                  <a:pt x="1141466" y="2282932"/>
                </a:cubicBezTo>
                <a:cubicBezTo>
                  <a:pt x="511052" y="2282932"/>
                  <a:pt x="0" y="1771880"/>
                  <a:pt x="0" y="1141466"/>
                </a:cubicBezTo>
                <a:cubicBezTo>
                  <a:pt x="0" y="511052"/>
                  <a:pt x="511052" y="0"/>
                  <a:pt x="1141466" y="0"/>
                </a:cubicBezTo>
                <a:close/>
              </a:path>
            </a:pathLst>
          </a:custGeom>
        </p:spPr>
      </p:pic>
      <p:sp>
        <p:nvSpPr>
          <p:cNvPr id="3" name="Content Placeholder 2">
            <a:extLst>
              <a:ext uri="{FF2B5EF4-FFF2-40B4-BE49-F238E27FC236}">
                <a16:creationId xmlns:a16="http://schemas.microsoft.com/office/drawing/2014/main" id="{6C52E960-D69F-A59F-8B18-907AB7FDB07F}"/>
              </a:ext>
            </a:extLst>
          </p:cNvPr>
          <p:cNvSpPr>
            <a:spLocks noGrp="1"/>
          </p:cNvSpPr>
          <p:nvPr>
            <p:ph idx="1"/>
          </p:nvPr>
        </p:nvSpPr>
        <p:spPr>
          <a:xfrm>
            <a:off x="1371598" y="4503762"/>
            <a:ext cx="9748523" cy="1727792"/>
          </a:xfrm>
        </p:spPr>
        <p:txBody>
          <a:bodyPr anchor="ctr">
            <a:normAutofit/>
          </a:bodyPr>
          <a:lstStyle/>
          <a:p>
            <a:r>
              <a:rPr lang="en-US" sz="1900"/>
              <a:t>A motherboard is the most important, iconic circuit board in any computer system. There are internal parts in the mother board such as, graphics card, memory processors. There are several parts on the motherboard such as CPU, GPU, RAM, ROM. These parts are connected to the motherboard because, when they are connected  the components cand do what the user is asking. The features that the motherboard has is FireWire, audio processors or Ethernet Ports.</a:t>
            </a:r>
          </a:p>
        </p:txBody>
      </p:sp>
    </p:spTree>
    <p:extLst>
      <p:ext uri="{BB962C8B-B14F-4D97-AF65-F5344CB8AC3E}">
        <p14:creationId xmlns:p14="http://schemas.microsoft.com/office/powerpoint/2010/main" val="2367494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2912A-9F1F-1B5C-1B9B-684BE7926B81}"/>
              </a:ext>
            </a:extLst>
          </p:cNvPr>
          <p:cNvSpPr>
            <a:spLocks noGrp="1"/>
          </p:cNvSpPr>
          <p:nvPr>
            <p:ph type="title"/>
          </p:nvPr>
        </p:nvSpPr>
        <p:spPr/>
        <p:txBody>
          <a:bodyPr/>
          <a:lstStyle/>
          <a:p>
            <a:r>
              <a:rPr lang="en-US" dirty="0"/>
              <a:t>Term 9 – Input Peripherals &amp; </a:t>
            </a:r>
            <a:r>
              <a:rPr lang="en-US" dirty="0">
                <a:solidFill>
                  <a:srgbClr val="000000"/>
                </a:solidFill>
              </a:rPr>
              <a:t>Output Peripherals</a:t>
            </a:r>
            <a:r>
              <a:rPr lang="en-US" dirty="0">
                <a:solidFill>
                  <a:srgbClr val="000000"/>
                </a:solidFill>
                <a:ea typeface="Aptos Display"/>
                <a:cs typeface="Aptos Display"/>
              </a:rPr>
              <a:t>​</a:t>
            </a:r>
            <a:endParaRPr lang="en-US" dirty="0"/>
          </a:p>
        </p:txBody>
      </p:sp>
      <p:sp>
        <p:nvSpPr>
          <p:cNvPr id="3" name="Content Placeholder 2">
            <a:extLst>
              <a:ext uri="{FF2B5EF4-FFF2-40B4-BE49-F238E27FC236}">
                <a16:creationId xmlns:a16="http://schemas.microsoft.com/office/drawing/2014/main" id="{83028FAE-6CC8-224D-94C9-EE150FD051C5}"/>
              </a:ext>
            </a:extLst>
          </p:cNvPr>
          <p:cNvSpPr>
            <a:spLocks noGrp="1"/>
          </p:cNvSpPr>
          <p:nvPr>
            <p:ph idx="1"/>
          </p:nvPr>
        </p:nvSpPr>
        <p:spPr/>
        <p:txBody>
          <a:bodyPr>
            <a:normAutofit fontScale="85000" lnSpcReduction="20000"/>
          </a:bodyPr>
          <a:lstStyle/>
          <a:p>
            <a:r>
              <a:rPr lang="en-US" dirty="0"/>
              <a:t>Input Peripherals: An Input Peripheral is to send data, instruction and commands from the user into the computer system. My example of an input Peripheral is a keyboard. The words typed by the user known as key caps are more than just keys for typing. They are a switch that detects when a key is pressed. This device is used by office workers, students, gamers etc. One can use this to write emails, essays, text on discord, search something up. If one does not have this, they will not be able to type commands in and produce results on their device.</a:t>
            </a:r>
          </a:p>
          <a:p>
            <a:r>
              <a:rPr lang="en-US" dirty="0"/>
              <a:t>Output : The Main Job Of an Output Peripherals is to receive instructions/ data from </a:t>
            </a:r>
            <a:r>
              <a:rPr lang="en-US" dirty="0" err="1"/>
              <a:t>ther</a:t>
            </a:r>
            <a:r>
              <a:rPr lang="en-US" dirty="0"/>
              <a:t> computer and give a form of a solution where humans/ user can understand. My example of a Peripheral output is a printer. The input Peripheral takes in my commands of what I want it to print and condenses it into its own language later writing it in a way I understand. I can ask for ink, no ink, a picture, a essay, a document, scanning </a:t>
            </a:r>
            <a:r>
              <a:rPr lang="en-US" dirty="0" err="1"/>
              <a:t>etc</a:t>
            </a:r>
            <a:r>
              <a:rPr lang="en-US" dirty="0"/>
              <a:t> all thanks to the printing command from the input Peripheral.</a:t>
            </a:r>
          </a:p>
        </p:txBody>
      </p:sp>
    </p:spTree>
    <p:extLst>
      <p:ext uri="{BB962C8B-B14F-4D97-AF65-F5344CB8AC3E}">
        <p14:creationId xmlns:p14="http://schemas.microsoft.com/office/powerpoint/2010/main" val="2715120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835A3-2CD0-838B-849C-793350828955}"/>
              </a:ext>
            </a:extLst>
          </p:cNvPr>
          <p:cNvSpPr>
            <a:spLocks noGrp="1"/>
          </p:cNvSpPr>
          <p:nvPr>
            <p:ph type="title"/>
          </p:nvPr>
        </p:nvSpPr>
        <p:spPr/>
        <p:txBody>
          <a:bodyPr/>
          <a:lstStyle/>
          <a:p>
            <a:r>
              <a:rPr lang="en-US"/>
              <a:t>Term 10 - Power Supply</a:t>
            </a:r>
          </a:p>
        </p:txBody>
      </p:sp>
      <p:sp>
        <p:nvSpPr>
          <p:cNvPr id="3" name="Content Placeholder 2">
            <a:extLst>
              <a:ext uri="{FF2B5EF4-FFF2-40B4-BE49-F238E27FC236}">
                <a16:creationId xmlns:a16="http://schemas.microsoft.com/office/drawing/2014/main" id="{EA23040B-6193-09D1-36E5-0A111B2345C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942476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E7DBA-058F-FA3A-D9D2-0A1FBAE6AC0B}"/>
              </a:ext>
            </a:extLst>
          </p:cNvPr>
          <p:cNvSpPr>
            <a:spLocks noGrp="1"/>
          </p:cNvSpPr>
          <p:nvPr>
            <p:ph type="title"/>
          </p:nvPr>
        </p:nvSpPr>
        <p:spPr/>
        <p:txBody>
          <a:bodyPr/>
          <a:lstStyle/>
          <a:p>
            <a:r>
              <a:rPr lang="en-US" dirty="0"/>
              <a:t>Term 11 – Storage (Hard Drive &amp; Flash drive)</a:t>
            </a:r>
          </a:p>
        </p:txBody>
      </p:sp>
      <p:sp>
        <p:nvSpPr>
          <p:cNvPr id="3" name="Content Placeholder 2">
            <a:extLst>
              <a:ext uri="{FF2B5EF4-FFF2-40B4-BE49-F238E27FC236}">
                <a16:creationId xmlns:a16="http://schemas.microsoft.com/office/drawing/2014/main" id="{5491E5EE-5ED1-EC41-B45F-DE2E5BAD852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93154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FF06D-6B95-8D58-D7E8-5D06FBC0CBEF}"/>
              </a:ext>
            </a:extLst>
          </p:cNvPr>
          <p:cNvSpPr>
            <a:spLocks noGrp="1"/>
          </p:cNvSpPr>
          <p:nvPr>
            <p:ph type="title"/>
          </p:nvPr>
        </p:nvSpPr>
        <p:spPr/>
        <p:txBody>
          <a:bodyPr/>
          <a:lstStyle/>
          <a:p>
            <a:r>
              <a:rPr lang="en-US" dirty="0">
                <a:latin typeface="ADLaM Display" panose="02010000000000000000" pitchFamily="2" charset="0"/>
                <a:ea typeface="ADLaM Display" panose="02010000000000000000" pitchFamily="2" charset="0"/>
                <a:cs typeface="ADLaM Display" panose="02010000000000000000" pitchFamily="2" charset="0"/>
              </a:rPr>
              <a:t>Term 12 – Sensors</a:t>
            </a:r>
          </a:p>
        </p:txBody>
      </p:sp>
      <p:sp>
        <p:nvSpPr>
          <p:cNvPr id="3" name="Content Placeholder 2">
            <a:extLst>
              <a:ext uri="{FF2B5EF4-FFF2-40B4-BE49-F238E27FC236}">
                <a16:creationId xmlns:a16="http://schemas.microsoft.com/office/drawing/2014/main" id="{F73B5FE7-1D42-E189-5C06-EE6711F2D611}"/>
              </a:ext>
            </a:extLst>
          </p:cNvPr>
          <p:cNvSpPr>
            <a:spLocks noGrp="1"/>
          </p:cNvSpPr>
          <p:nvPr>
            <p:ph idx="1"/>
          </p:nvPr>
        </p:nvSpPr>
        <p:spPr/>
        <p:txBody>
          <a:bodyPr>
            <a:normAutofit fontScale="55000" lnSpcReduction="20000"/>
          </a:bodyPr>
          <a:lstStyle/>
          <a:p>
            <a:r>
              <a:rPr lang="en-US" dirty="0">
                <a:latin typeface="Abadi" panose="020B0604020104020204" pitchFamily="34" charset="0"/>
              </a:rPr>
              <a:t>(Temperature Sensor) – A temperature sensor is a tool used to measure the level of temperature be it hot or cold in an object. It all depends on the internal resistance; cooler environment have low resistance whereas hotter area have higher resistance. We have to use a thermometer or thermoreceptors. This tools converts it into Celsius or Fahrenheit. </a:t>
            </a:r>
          </a:p>
          <a:p>
            <a:r>
              <a:rPr lang="en-US" dirty="0">
                <a:latin typeface="Abadi" panose="020B0604020104020204" pitchFamily="34" charset="0"/>
              </a:rPr>
              <a:t>(Light Sensor) -  A Light Sensor or LDR is a variable resistor whose resistance depends on the amount of light falling from the surface. LDR change accordingly to the intensity of light falling on its surface. As the intensity of light is falling or the LDR increases its resistance decreases and if it were the opposite LDR decreases and resistance increases. LDR exhibit all properties of semiconductors one such property is photoconductivity.</a:t>
            </a:r>
          </a:p>
          <a:p>
            <a:r>
              <a:rPr lang="en-US" dirty="0">
                <a:latin typeface="Abadi" panose="020B0604020104020204" pitchFamily="34" charset="0"/>
              </a:rPr>
              <a:t>(Sound Sensor) – A sound sensor is a device that converts sound waves into electrical signals that can be used to detect and measure the frequency, and the duration of soundwaves. The sound sensor works ins a way similar to an ear. They use a microphone  within the sensor that captures sound signals and converts them into an output signal on a microcontroller. IT combines it with a microphone processing circuitry and turns sound waves into electrical signals.</a:t>
            </a:r>
          </a:p>
          <a:p>
            <a:r>
              <a:rPr lang="en-US" dirty="0">
                <a:latin typeface="Abadi" panose="020B0604020104020204" pitchFamily="34" charset="0"/>
              </a:rPr>
              <a:t>(Distance Sensor) – A distance sensor is also known as an Ultrasonic Sensor, it uses waves that are either ultrasonic or ultrasound to detect the obstacles in its robotic application. Ultrasonic sensors are not audible to human ears since a human can only hear frequency of 20Hz to 20KHz. On the other hand ultrasonic sensors go above 40KHz. The ultra sonic transmits waves and waits to reflect back  which helps determine the distance between the sensor and the object.</a:t>
            </a:r>
          </a:p>
          <a:p>
            <a:r>
              <a:rPr lang="en-US" dirty="0">
                <a:latin typeface="Abadi" panose="020B0604020104020204" pitchFamily="34" charset="0"/>
              </a:rPr>
              <a:t>(Motion Sensor) – A motion sensor is a electronic device that detects physical movement and is used in area by monitoring heat, light or sound waves.  This can be trigged by an object person animal etc. This is most commonly found </a:t>
            </a:r>
            <a:r>
              <a:rPr lang="en-US" dirty="0" err="1">
                <a:latin typeface="Abadi" panose="020B0604020104020204" pitchFamily="34" charset="0"/>
              </a:rPr>
              <a:t>itn</a:t>
            </a:r>
            <a:r>
              <a:rPr lang="en-US" dirty="0">
                <a:latin typeface="Abadi" panose="020B0604020104020204" pitchFamily="34" charset="0"/>
              </a:rPr>
              <a:t> home security systems for the homeowners who thinks there can be an intrusion. Motion sensors act as a crucial layer of protection against intruders, not permitted access and a sense of safety.</a:t>
            </a:r>
          </a:p>
        </p:txBody>
      </p:sp>
    </p:spTree>
    <p:extLst>
      <p:ext uri="{BB962C8B-B14F-4D97-AF65-F5344CB8AC3E}">
        <p14:creationId xmlns:p14="http://schemas.microsoft.com/office/powerpoint/2010/main" val="146325939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269</TotalTime>
  <Words>1869</Words>
  <Application>Microsoft Office PowerPoint</Application>
  <PresentationFormat>Widescreen</PresentationFormat>
  <Paragraphs>38</Paragraphs>
  <Slides>14</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14</vt:i4>
      </vt:variant>
    </vt:vector>
  </HeadingPairs>
  <TitlesOfParts>
    <vt:vector size="30" baseType="lpstr">
      <vt:lpstr>Abadi</vt:lpstr>
      <vt:lpstr>ADLaM Display</vt:lpstr>
      <vt:lpstr>Algerian</vt:lpstr>
      <vt:lpstr>Aptos</vt:lpstr>
      <vt:lpstr>Aptos Display</vt:lpstr>
      <vt:lpstr>Arial</vt:lpstr>
      <vt:lpstr>Baskerville Old Face</vt:lpstr>
      <vt:lpstr>Calibri</vt:lpstr>
      <vt:lpstr>Century Schoolbook</vt:lpstr>
      <vt:lpstr>Comic Sans MS</vt:lpstr>
      <vt:lpstr>Cooper Black</vt:lpstr>
      <vt:lpstr>Courier New</vt:lpstr>
      <vt:lpstr>Eras Medium ITC</vt:lpstr>
      <vt:lpstr>Haettenschweiler</vt:lpstr>
      <vt:lpstr>Times New Roman</vt:lpstr>
      <vt:lpstr>Office Theme</vt:lpstr>
      <vt:lpstr>Computer &amp; Systems Glossary Identification Assignment</vt:lpstr>
      <vt:lpstr>Term 1 - Bus</vt:lpstr>
      <vt:lpstr>Term 2 – CPU (Central Processing Unit)</vt:lpstr>
      <vt:lpstr>Term 3 – Chip (IC)</vt:lpstr>
      <vt:lpstr>Term 4 – Chip Coolers</vt:lpstr>
      <vt:lpstr>Term 5 - Expansion Cards</vt:lpstr>
      <vt:lpstr>Term 6 - Expansion Slots</vt:lpstr>
      <vt:lpstr>Term 7a – Memory (ROM)</vt:lpstr>
      <vt:lpstr>Term 7b – Memory (RAM)​</vt:lpstr>
      <vt:lpstr>Term 8– Motherboard</vt:lpstr>
      <vt:lpstr>Term 9 – Input Peripherals &amp; Output Peripherals​</vt:lpstr>
      <vt:lpstr>Term 10 - Power Supply</vt:lpstr>
      <vt:lpstr>Term 11 – Storage (Hard Drive &amp; Flash drive)</vt:lpstr>
      <vt:lpstr>Term 12 – Sensors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Anthony D'Costa</dc:creator>
  <cp:lastModifiedBy>Austin D'costa (510007085)</cp:lastModifiedBy>
  <cp:revision>297</cp:revision>
  <dcterms:created xsi:type="dcterms:W3CDTF">2026-09-10T13:36:12Z</dcterms:created>
  <dcterms:modified xsi:type="dcterms:W3CDTF">2026-09-11T00:18:17Z</dcterms:modified>
</cp:coreProperties>
</file>